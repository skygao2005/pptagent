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6"/>
    <p:sldId id="2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9BD4"/>
    <a:srgbClr val="00539E"/>
    <a:srgbClr val="89DFFD"/>
    <a:srgbClr val="FFFFFF"/>
    <a:srgbClr val="00467F"/>
    <a:srgbClr val="64A3D7"/>
    <a:srgbClr val="2F5597"/>
    <a:srgbClr val="C5D2FB"/>
    <a:srgbClr val="2E5497"/>
    <a:srgbClr val="EAF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95" autoAdjust="0"/>
    <p:restoredTop sz="82339" autoAdjust="0"/>
  </p:normalViewPr>
  <p:slideViewPr>
    <p:cSldViewPr snapToGrid="0">
      <p:cViewPr>
        <p:scale>
          <a:sx n="50" d="100"/>
          <a:sy n="50" d="100"/>
        </p:scale>
        <p:origin x="1176" y="504"/>
      </p:cViewPr>
      <p:guideLst>
        <p:guide pos="415"/>
        <p:guide pos="7256"/>
        <p:guide orient="horz" pos="663"/>
        <p:guide orient="horz" pos="712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B5295-0690-45DE-9E01-B4636744B25F}" type="datetimeFigureOut">
              <a:rPr lang="zh-CN" altLang="en-US" smtClean="0"/>
              <a:t>2021/9/7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13C37-BE2C-4CB8-940D-F8BE2EE62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46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2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9DA1BF7-27E1-43A7-AA55-1959288202ED}"/>
              </a:ext>
            </a:extLst>
          </p:cNvPr>
          <p:cNvGrpSpPr/>
          <p:nvPr userDrawn="1"/>
        </p:nvGrpSpPr>
        <p:grpSpPr>
          <a:xfrm flipH="1" flipV="1">
            <a:off x="0" y="0"/>
            <a:ext cx="1280160" cy="685800"/>
            <a:chOff x="11489653" y="5119600"/>
            <a:chExt cx="702346" cy="1738401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79C6DE0E-2F33-411B-89DF-E40518DE3284}"/>
                </a:ext>
              </a:extLst>
            </p:cNvPr>
            <p:cNvSpPr/>
            <p:nvPr/>
          </p:nvSpPr>
          <p:spPr>
            <a:xfrm>
              <a:off x="11852771" y="6018366"/>
              <a:ext cx="339228" cy="839635"/>
            </a:xfrm>
            <a:custGeom>
              <a:avLst/>
              <a:gdLst>
                <a:gd name="connsiteX0" fmla="*/ 339228 w 339228"/>
                <a:gd name="connsiteY0" fmla="*/ 0 h 839635"/>
                <a:gd name="connsiteX1" fmla="*/ 339228 w 339228"/>
                <a:gd name="connsiteY1" fmla="*/ 839635 h 839635"/>
                <a:gd name="connsiteX2" fmla="*/ 0 w 339228"/>
                <a:gd name="connsiteY2" fmla="*/ 839635 h 83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228" h="839635">
                  <a:moveTo>
                    <a:pt x="339228" y="0"/>
                  </a:moveTo>
                  <a:lnTo>
                    <a:pt x="339228" y="839635"/>
                  </a:lnTo>
                  <a:lnTo>
                    <a:pt x="0" y="839635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思源黑体 CN Normal"/>
                <a:cs typeface="+mn-cs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5528EF21-8DEB-440E-B68B-BF535B0825EC}"/>
                </a:ext>
              </a:extLst>
            </p:cNvPr>
            <p:cNvSpPr/>
            <p:nvPr/>
          </p:nvSpPr>
          <p:spPr>
            <a:xfrm>
              <a:off x="11623086" y="5449864"/>
              <a:ext cx="568913" cy="1408137"/>
            </a:xfrm>
            <a:custGeom>
              <a:avLst/>
              <a:gdLst>
                <a:gd name="connsiteX0" fmla="*/ 568913 w 568913"/>
                <a:gd name="connsiteY0" fmla="*/ 0 h 1408137"/>
                <a:gd name="connsiteX1" fmla="*/ 568913 w 568913"/>
                <a:gd name="connsiteY1" fmla="*/ 643241 h 1408137"/>
                <a:gd name="connsiteX2" fmla="*/ 259881 w 568913"/>
                <a:gd name="connsiteY2" fmla="*/ 1408137 h 1408137"/>
                <a:gd name="connsiteX3" fmla="*/ 0 w 568913"/>
                <a:gd name="connsiteY3" fmla="*/ 1408137 h 140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8913" h="1408137">
                  <a:moveTo>
                    <a:pt x="568913" y="0"/>
                  </a:moveTo>
                  <a:lnTo>
                    <a:pt x="568913" y="643241"/>
                  </a:lnTo>
                  <a:lnTo>
                    <a:pt x="259881" y="1408137"/>
                  </a:lnTo>
                  <a:lnTo>
                    <a:pt x="0" y="1408137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思源黑体 CN Normal"/>
                <a:cs typeface="+mn-cs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BB76322B-D358-4F21-B8CC-34B677478C5C}"/>
                </a:ext>
              </a:extLst>
            </p:cNvPr>
            <p:cNvSpPr/>
            <p:nvPr/>
          </p:nvSpPr>
          <p:spPr>
            <a:xfrm>
              <a:off x="11489653" y="5119600"/>
              <a:ext cx="702346" cy="1738401"/>
            </a:xfrm>
            <a:custGeom>
              <a:avLst/>
              <a:gdLst>
                <a:gd name="connsiteX0" fmla="*/ 702346 w 702346"/>
                <a:gd name="connsiteY0" fmla="*/ 0 h 1738401"/>
                <a:gd name="connsiteX1" fmla="*/ 702346 w 702346"/>
                <a:gd name="connsiteY1" fmla="*/ 428827 h 1738401"/>
                <a:gd name="connsiteX2" fmla="*/ 173254 w 702346"/>
                <a:gd name="connsiteY2" fmla="*/ 1738401 h 1738401"/>
                <a:gd name="connsiteX3" fmla="*/ 0 w 702346"/>
                <a:gd name="connsiteY3" fmla="*/ 1738401 h 173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46" h="1738401">
                  <a:moveTo>
                    <a:pt x="702346" y="0"/>
                  </a:moveTo>
                  <a:lnTo>
                    <a:pt x="702346" y="428827"/>
                  </a:lnTo>
                  <a:lnTo>
                    <a:pt x="173254" y="1738401"/>
                  </a:lnTo>
                  <a:lnTo>
                    <a:pt x="0" y="1738401"/>
                  </a:lnTo>
                  <a:close/>
                </a:path>
              </a:pathLst>
            </a:custGeom>
            <a:solidFill>
              <a:srgbClr val="039ACF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思源黑体 CN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845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0A10012-7DE7-4927-9338-9F6658B3E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3919"/>
          <a:stretch/>
        </p:blipFill>
        <p:spPr>
          <a:xfrm>
            <a:off x="2737536" y="-23325"/>
            <a:ext cx="9450900" cy="6862666"/>
          </a:xfrm>
          <a:prstGeom prst="rect">
            <a:avLst/>
          </a:prstGeom>
        </p:spPr>
      </p:pic>
      <p:sp>
        <p:nvSpPr>
          <p:cNvPr id="4" name="矩形 11">
            <a:extLst>
              <a:ext uri="{FF2B5EF4-FFF2-40B4-BE49-F238E27FC236}">
                <a16:creationId xmlns:a16="http://schemas.microsoft.com/office/drawing/2014/main" id="{6D79298F-0D06-4C33-B0C8-D8D4B3C7F645}"/>
              </a:ext>
            </a:extLst>
          </p:cNvPr>
          <p:cNvSpPr/>
          <p:nvPr/>
        </p:nvSpPr>
        <p:spPr>
          <a:xfrm flipH="1">
            <a:off x="0" y="-9329"/>
            <a:ext cx="9172142" cy="6858000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75712F-5EB0-48CF-9FE8-EC8503252FB1}"/>
              </a:ext>
            </a:extLst>
          </p:cNvPr>
          <p:cNvGrpSpPr/>
          <p:nvPr/>
        </p:nvGrpSpPr>
        <p:grpSpPr>
          <a:xfrm flipH="1">
            <a:off x="6096000" y="-18659"/>
            <a:ext cx="3603649" cy="6858000"/>
            <a:chOff x="1531613" y="0"/>
            <a:chExt cx="3375826" cy="685800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5D3B33A-F02C-4656-AAD3-5B0BE0C5F2E8}"/>
                </a:ext>
              </a:extLst>
            </p:cNvPr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BD1839CB-583C-4271-B060-782D5A68F403}"/>
                </a:ext>
              </a:extLst>
            </p:cNvPr>
            <p:cNvSpPr/>
            <p:nvPr/>
          </p:nvSpPr>
          <p:spPr>
            <a:xfrm>
              <a:off x="1531613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091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A0C902C-3FF8-4FA4-A1C6-DFF8957E4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433" b="25926"/>
          <a:stretch/>
        </p:blipFill>
        <p:spPr>
          <a:xfrm>
            <a:off x="0" y="0"/>
            <a:ext cx="9921730" cy="69092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3EC86AA-D47E-4A88-A781-07F144E3A418}"/>
              </a:ext>
            </a:extLst>
          </p:cNvPr>
          <p:cNvSpPr/>
          <p:nvPr userDrawn="1"/>
        </p:nvSpPr>
        <p:spPr>
          <a:xfrm>
            <a:off x="0" y="0"/>
            <a:ext cx="12227769" cy="6909263"/>
          </a:xfrm>
          <a:prstGeom prst="rect">
            <a:avLst/>
          </a:prstGeom>
          <a:gradFill flip="none" rotWithShape="1">
            <a:gsLst>
              <a:gs pos="0">
                <a:srgbClr val="1A5E87">
                  <a:alpha val="85000"/>
                </a:srgbClr>
              </a:gs>
              <a:gs pos="99000">
                <a:srgbClr val="04033F">
                  <a:alpha val="46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0119A14A-C4AA-42E7-9D23-C174C794F125}"/>
              </a:ext>
            </a:extLst>
          </p:cNvPr>
          <p:cNvSpPr/>
          <p:nvPr userDrawn="1"/>
        </p:nvSpPr>
        <p:spPr>
          <a:xfrm>
            <a:off x="3635492" y="0"/>
            <a:ext cx="8592277" cy="6909262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5343508-74C1-4CAA-9324-E0F7ACC404DC}"/>
              </a:ext>
            </a:extLst>
          </p:cNvPr>
          <p:cNvGrpSpPr/>
          <p:nvPr userDrawn="1"/>
        </p:nvGrpSpPr>
        <p:grpSpPr>
          <a:xfrm>
            <a:off x="3078548" y="0"/>
            <a:ext cx="3375827" cy="6909262"/>
            <a:chOff x="1531612" y="0"/>
            <a:chExt cx="3375827" cy="6858000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EE1A43F8-E422-44D5-992D-34F95D22FAD3}"/>
                </a:ext>
              </a:extLst>
            </p:cNvPr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3887ABFF-373A-45AC-961C-3E52ECA3C972}"/>
                </a:ext>
              </a:extLst>
            </p:cNvPr>
            <p:cNvSpPr/>
            <p:nvPr/>
          </p:nvSpPr>
          <p:spPr>
            <a:xfrm>
              <a:off x="1531612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FA2CC2-4612-4EE2-90AB-B415538446D3}"/>
              </a:ext>
            </a:extLst>
          </p:cNvPr>
          <p:cNvGrpSpPr/>
          <p:nvPr userDrawn="1"/>
        </p:nvGrpSpPr>
        <p:grpSpPr>
          <a:xfrm>
            <a:off x="11698028" y="5577840"/>
            <a:ext cx="529752" cy="1331422"/>
            <a:chOff x="11489652" y="4991405"/>
            <a:chExt cx="753203" cy="1866596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F3DD0C5-2670-4ACB-8EEA-1114032923F5}"/>
                </a:ext>
              </a:extLst>
            </p:cNvPr>
            <p:cNvSpPr/>
            <p:nvPr/>
          </p:nvSpPr>
          <p:spPr>
            <a:xfrm>
              <a:off x="11680176" y="5504185"/>
              <a:ext cx="562679" cy="1353816"/>
            </a:xfrm>
            <a:custGeom>
              <a:avLst/>
              <a:gdLst>
                <a:gd name="connsiteX0" fmla="*/ 339228 w 339228"/>
                <a:gd name="connsiteY0" fmla="*/ 0 h 839635"/>
                <a:gd name="connsiteX1" fmla="*/ 339228 w 339228"/>
                <a:gd name="connsiteY1" fmla="*/ 839635 h 839635"/>
                <a:gd name="connsiteX2" fmla="*/ 0 w 339228"/>
                <a:gd name="connsiteY2" fmla="*/ 839635 h 83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228" h="839635">
                  <a:moveTo>
                    <a:pt x="339228" y="0"/>
                  </a:moveTo>
                  <a:lnTo>
                    <a:pt x="339228" y="839635"/>
                  </a:lnTo>
                  <a:lnTo>
                    <a:pt x="0" y="839635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FCF5B2F3-93A4-4991-88B8-BA9B1260FF42}"/>
                </a:ext>
              </a:extLst>
            </p:cNvPr>
            <p:cNvSpPr/>
            <p:nvPr userDrawn="1"/>
          </p:nvSpPr>
          <p:spPr>
            <a:xfrm>
              <a:off x="11489652" y="4991405"/>
              <a:ext cx="753193" cy="1866596"/>
            </a:xfrm>
            <a:custGeom>
              <a:avLst/>
              <a:gdLst>
                <a:gd name="connsiteX0" fmla="*/ 702346 w 702346"/>
                <a:gd name="connsiteY0" fmla="*/ 0 h 1738401"/>
                <a:gd name="connsiteX1" fmla="*/ 702346 w 702346"/>
                <a:gd name="connsiteY1" fmla="*/ 428827 h 1738401"/>
                <a:gd name="connsiteX2" fmla="*/ 173254 w 702346"/>
                <a:gd name="connsiteY2" fmla="*/ 1738401 h 1738401"/>
                <a:gd name="connsiteX3" fmla="*/ 0 w 702346"/>
                <a:gd name="connsiteY3" fmla="*/ 1738401 h 173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46" h="1738401">
                  <a:moveTo>
                    <a:pt x="702346" y="0"/>
                  </a:moveTo>
                  <a:lnTo>
                    <a:pt x="702346" y="428827"/>
                  </a:lnTo>
                  <a:lnTo>
                    <a:pt x="173254" y="1738401"/>
                  </a:lnTo>
                  <a:lnTo>
                    <a:pt x="0" y="1738401"/>
                  </a:lnTo>
                  <a:close/>
                </a:path>
              </a:pathLst>
            </a:custGeom>
            <a:solidFill>
              <a:srgbClr val="039ACF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66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52F6E0D-B311-4712-8F24-91A3096F0870}"/>
              </a:ext>
            </a:extLst>
          </p:cNvPr>
          <p:cNvGrpSpPr/>
          <p:nvPr userDrawn="1"/>
        </p:nvGrpSpPr>
        <p:grpSpPr>
          <a:xfrm>
            <a:off x="-61453" y="-11151"/>
            <a:ext cx="12314904" cy="6909263"/>
            <a:chOff x="-61453" y="-11151"/>
            <a:chExt cx="12314904" cy="690926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92EA381-98CE-4E3C-8594-B586B31CE7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926"/>
            <a:stretch/>
          </p:blipFill>
          <p:spPr>
            <a:xfrm>
              <a:off x="-61452" y="-11151"/>
              <a:ext cx="12314903" cy="6909263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6EBF749-5D8A-4207-A71B-B45DCF2D05AF}"/>
                </a:ext>
              </a:extLst>
            </p:cNvPr>
            <p:cNvSpPr/>
            <p:nvPr userDrawn="1"/>
          </p:nvSpPr>
          <p:spPr>
            <a:xfrm>
              <a:off x="-61453" y="0"/>
              <a:ext cx="12314903" cy="6898112"/>
            </a:xfrm>
            <a:prstGeom prst="rect">
              <a:avLst/>
            </a:prstGeom>
            <a:gradFill flip="none" rotWithShape="1">
              <a:gsLst>
                <a:gs pos="0">
                  <a:srgbClr val="1A5E87"/>
                </a:gs>
                <a:gs pos="100000">
                  <a:srgbClr val="04033F">
                    <a:alpha val="80000"/>
                  </a:srgb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251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082F2DE-06D9-4DB3-AEC1-7F3AFADA1C83}"/>
              </a:ext>
            </a:extLst>
          </p:cNvPr>
          <p:cNvGrpSpPr/>
          <p:nvPr userDrawn="1"/>
        </p:nvGrpSpPr>
        <p:grpSpPr>
          <a:xfrm>
            <a:off x="394159" y="310888"/>
            <a:ext cx="682341" cy="539179"/>
            <a:chOff x="1801006" y="1526207"/>
            <a:chExt cx="1242672" cy="98194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879BAAD-D596-4660-850C-986DA00828E2}"/>
                </a:ext>
              </a:extLst>
            </p:cNvPr>
            <p:cNvSpPr/>
            <p:nvPr userDrawn="1"/>
          </p:nvSpPr>
          <p:spPr>
            <a:xfrm>
              <a:off x="2224301" y="1732937"/>
              <a:ext cx="819377" cy="695740"/>
            </a:xfrm>
            <a:prstGeom prst="rect">
              <a:avLst/>
            </a:prstGeom>
            <a:solidFill>
              <a:srgbClr val="89DF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任意多边形 13">
              <a:extLst>
                <a:ext uri="{FF2B5EF4-FFF2-40B4-BE49-F238E27FC236}">
                  <a16:creationId xmlns:a16="http://schemas.microsoft.com/office/drawing/2014/main" id="{6E0A6764-AB13-4A78-B49D-46CD59722C15}"/>
                </a:ext>
              </a:extLst>
            </p:cNvPr>
            <p:cNvSpPr/>
            <p:nvPr userDrawn="1"/>
          </p:nvSpPr>
          <p:spPr>
            <a:xfrm>
              <a:off x="1801006" y="1526207"/>
              <a:ext cx="1063935" cy="981947"/>
            </a:xfrm>
            <a:custGeom>
              <a:avLst/>
              <a:gdLst>
                <a:gd name="connsiteX0" fmla="*/ 0 w 2864941"/>
                <a:gd name="connsiteY0" fmla="*/ 0 h 981947"/>
                <a:gd name="connsiteX1" fmla="*/ 2864941 w 2864941"/>
                <a:gd name="connsiteY1" fmla="*/ 0 h 981947"/>
                <a:gd name="connsiteX2" fmla="*/ 2041802 w 2864941"/>
                <a:gd name="connsiteY2" fmla="*/ 981947 h 981947"/>
                <a:gd name="connsiteX3" fmla="*/ 0 w 2864941"/>
                <a:gd name="connsiteY3" fmla="*/ 981947 h 9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4941" h="981947">
                  <a:moveTo>
                    <a:pt x="0" y="0"/>
                  </a:moveTo>
                  <a:lnTo>
                    <a:pt x="2864941" y="0"/>
                  </a:lnTo>
                  <a:lnTo>
                    <a:pt x="2041802" y="981947"/>
                  </a:lnTo>
                  <a:lnTo>
                    <a:pt x="0" y="981947"/>
                  </a:lnTo>
                  <a:close/>
                </a:path>
              </a:pathLst>
            </a:custGeom>
            <a:solidFill>
              <a:srgbClr val="005AA6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808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1637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002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9" descr="pic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1049" y="1855366"/>
            <a:ext cx="8175445" cy="3529890"/>
          </a:xfrm>
          <a:prstGeom prst="rect">
            <a:avLst/>
          </a:prstGeom>
        </p:spPr>
      </p:pic>
      <p:sp>
        <p:nvSpPr>
          <p:cNvPr id="3" name="平行四边形 33">
            <a:extLst>
              <a:ext uri="{FF2B5EF4-FFF2-40B4-BE49-F238E27FC236}">
                <a16:creationId xmlns:a16="http://schemas.microsoft.com/office/drawing/2014/main" id="{86B2D4A7-EE6A-BF42-B6C7-8FA38A66A2CE}"/>
              </a:ext>
            </a:extLst>
          </p:cNvPr>
          <p:cNvSpPr/>
          <p:nvPr/>
        </p:nvSpPr>
        <p:spPr>
          <a:xfrm>
            <a:off x="9395331" y="0"/>
            <a:ext cx="5520696" cy="6858000"/>
          </a:xfrm>
          <a:prstGeom prst="parallelogram">
            <a:avLst>
              <a:gd name="adj" fmla="val 76100"/>
            </a:avLst>
          </a:prstGeom>
          <a:gradFill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effectLst>
            <a:outerShdw blurRad="762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平行四边形 13">
            <a:extLst>
              <a:ext uri="{FF2B5EF4-FFF2-40B4-BE49-F238E27FC236}">
                <a16:creationId xmlns:a16="http://schemas.microsoft.com/office/drawing/2014/main" id="{D823E484-0B40-2142-B031-E0D3C2E285D0}"/>
              </a:ext>
            </a:extLst>
          </p:cNvPr>
          <p:cNvSpPr/>
          <p:nvPr/>
        </p:nvSpPr>
        <p:spPr>
          <a:xfrm>
            <a:off x="-4160345" y="1627322"/>
            <a:ext cx="6973806" cy="5230678"/>
          </a:xfrm>
          <a:prstGeom prst="parallelogram">
            <a:avLst>
              <a:gd name="adj" fmla="val 60655"/>
            </a:avLst>
          </a:prstGeom>
          <a:solidFill>
            <a:srgbClr val="0070C0"/>
          </a:solidFill>
          <a:ln>
            <a:noFill/>
          </a:ln>
          <a:effectLst>
            <a:outerShdw blurRad="508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三角形 15">
            <a:extLst>
              <a:ext uri="{FF2B5EF4-FFF2-40B4-BE49-F238E27FC236}">
                <a16:creationId xmlns:a16="http://schemas.microsoft.com/office/drawing/2014/main" id="{A8E4160F-A117-3742-A80D-C35D1C84BE1D}"/>
              </a:ext>
            </a:extLst>
          </p:cNvPr>
          <p:cNvSpPr/>
          <p:nvPr/>
        </p:nvSpPr>
        <p:spPr>
          <a:xfrm>
            <a:off x="2003698" y="1631111"/>
            <a:ext cx="1627559" cy="1337504"/>
          </a:xfrm>
          <a:prstGeom prst="triangl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三角形 29">
            <a:extLst>
              <a:ext uri="{FF2B5EF4-FFF2-40B4-BE49-F238E27FC236}">
                <a16:creationId xmlns:a16="http://schemas.microsoft.com/office/drawing/2014/main" id="{62928718-7D9F-894D-B6B3-73F71A130AE1}"/>
              </a:ext>
            </a:extLst>
          </p:cNvPr>
          <p:cNvSpPr/>
          <p:nvPr/>
        </p:nvSpPr>
        <p:spPr>
          <a:xfrm rot="10800000">
            <a:off x="2987725" y="1911477"/>
            <a:ext cx="1266785" cy="1041025"/>
          </a:xfrm>
          <a:prstGeom prst="triangle">
            <a:avLst/>
          </a:prstGeom>
          <a:solidFill>
            <a:srgbClr val="0064C8"/>
          </a:solidFill>
          <a:ln>
            <a:noFill/>
          </a:ln>
          <a:effectLst>
            <a:outerShdw blurRad="762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7" name="直线连接符 24">
            <a:extLst>
              <a:ext uri="{FF2B5EF4-FFF2-40B4-BE49-F238E27FC236}">
                <a16:creationId xmlns:a16="http://schemas.microsoft.com/office/drawing/2014/main" id="{37242BB2-26E7-CA49-BE1E-84F60E12B8B6}"/>
              </a:ext>
            </a:extLst>
          </p:cNvPr>
          <p:cNvCxnSpPr>
            <a:cxnSpLocks/>
          </p:cNvCxnSpPr>
          <p:nvPr/>
        </p:nvCxnSpPr>
        <p:spPr>
          <a:xfrm flipH="1">
            <a:off x="11098400" y="5047329"/>
            <a:ext cx="1093600" cy="1810671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53">
            <a:extLst>
              <a:ext uri="{FF2B5EF4-FFF2-40B4-BE49-F238E27FC236}">
                <a16:creationId xmlns:a16="http://schemas.microsoft.com/office/drawing/2014/main" id="{C9150DC7-FB14-DD4A-B235-3C48BD9D61EF}"/>
              </a:ext>
            </a:extLst>
          </p:cNvPr>
          <p:cNvCxnSpPr>
            <a:cxnSpLocks/>
          </p:cNvCxnSpPr>
          <p:nvPr/>
        </p:nvCxnSpPr>
        <p:spPr>
          <a:xfrm flipH="1">
            <a:off x="5680255" y="1466983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54">
            <a:extLst>
              <a:ext uri="{FF2B5EF4-FFF2-40B4-BE49-F238E27FC236}">
                <a16:creationId xmlns:a16="http://schemas.microsoft.com/office/drawing/2014/main" id="{2F21B032-8745-2449-B83A-53B057574FFF}"/>
              </a:ext>
            </a:extLst>
          </p:cNvPr>
          <p:cNvCxnSpPr>
            <a:cxnSpLocks/>
          </p:cNvCxnSpPr>
          <p:nvPr/>
        </p:nvCxnSpPr>
        <p:spPr>
          <a:xfrm flipH="1">
            <a:off x="-228600" y="5572016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平行四边形 56">
            <a:extLst>
              <a:ext uri="{FF2B5EF4-FFF2-40B4-BE49-F238E27FC236}">
                <a16:creationId xmlns:a16="http://schemas.microsoft.com/office/drawing/2014/main" id="{DCF785ED-1755-D64A-A51D-E9D064A726E6}"/>
              </a:ext>
            </a:extLst>
          </p:cNvPr>
          <p:cNvSpPr/>
          <p:nvPr/>
        </p:nvSpPr>
        <p:spPr>
          <a:xfrm>
            <a:off x="-5637890" y="2431990"/>
            <a:ext cx="6973806" cy="5230678"/>
          </a:xfrm>
          <a:prstGeom prst="parallelogram">
            <a:avLst>
              <a:gd name="adj" fmla="val 60655"/>
            </a:avLst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文本框 16">
            <a:extLst>
              <a:ext uri="{FF2B5EF4-FFF2-40B4-BE49-F238E27FC236}">
                <a16:creationId xmlns:a16="http://schemas.microsoft.com/office/drawing/2014/main" id="{BFA12E5D-A6AF-4A7A-AF92-BAC5402304BD}"/>
              </a:ext>
            </a:extLst>
          </p:cNvPr>
          <p:cNvSpPr txBox="1"/>
          <p:nvPr/>
        </p:nvSpPr>
        <p:spPr>
          <a:xfrm>
            <a:off x="4354351" y="5047329"/>
            <a:ext cx="350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aaaaaaaaaaaaaaaaaaaaaaa</a:t>
            </a:r>
          </a:p>
        </p:txBody>
      </p:sp>
      <p:sp>
        <p:nvSpPr>
          <p:cNvPr id="12" name="矩形 21">
            <a:extLst>
              <a:ext uri="{FF2B5EF4-FFF2-40B4-BE49-F238E27FC236}">
                <a16:creationId xmlns:a16="http://schemas.microsoft.com/office/drawing/2014/main" id="{532A4011-5BEA-4638-977C-E3BC4816A160}"/>
              </a:ext>
            </a:extLst>
          </p:cNvPr>
          <p:cNvSpPr/>
          <p:nvPr/>
        </p:nvSpPr>
        <p:spPr>
          <a:xfrm>
            <a:off x="4869160" y="2694873"/>
            <a:ext cx="6409817" cy="13923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 algn="r">
              <a:lnSpc>
                <a:spcPct val="130000"/>
              </a:lnSpc>
              <a:defRPr/>
            </a:pPr>
            <a:r>
              <a:rPr kumimoji="1" lang="zh-CN" altLang="en-US" sz="72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aaaaaa</a:t>
            </a:r>
            <a:endParaRPr kumimoji="1" lang="en-US" altLang="zh-CN" sz="7200" b="1" dirty="0">
              <a:solidFill>
                <a:srgbClr val="0046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3" name="图片 2" descr="pic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692" y="2095342"/>
            <a:ext cx="2514152" cy="673296"/>
          </a:xfrm>
          <a:prstGeom prst="rect">
            <a:avLst/>
          </a:prstGeom>
        </p:spPr>
      </p:pic>
      <p:sp>
        <p:nvSpPr>
          <p:cNvPr id="14" name="文本框 22">
            <a:extLst>
              <a:ext uri="{FF2B5EF4-FFF2-40B4-BE49-F238E27FC236}">
                <a16:creationId xmlns:a16="http://schemas.microsoft.com/office/drawing/2014/main" id="{63FA3653-82D5-4836-BF8E-E76465672A51}"/>
              </a:ext>
            </a:extLst>
          </p:cNvPr>
          <p:cNvSpPr txBox="1"/>
          <p:nvPr/>
        </p:nvSpPr>
        <p:spPr>
          <a:xfrm>
            <a:off x="8157428" y="5047329"/>
            <a:ext cx="243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aaaaaa</a:t>
            </a:r>
            <a:endParaRPr kumimoji="1"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43">
            <a:extLst>
              <a:ext uri="{FF2B5EF4-FFF2-40B4-BE49-F238E27FC236}">
                <a16:creationId xmlns:a16="http://schemas.microsoft.com/office/drawing/2014/main" id="{4492E562-4BFF-407E-A59A-40E2E5E7517B}"/>
              </a:ext>
            </a:extLst>
          </p:cNvPr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aa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53">
            <a:extLst>
              <a:ext uri="{FF2B5EF4-FFF2-40B4-BE49-F238E27FC236}">
                <a16:creationId xmlns:a16="http://schemas.microsoft.com/office/drawing/2014/main" id="{B12C8FBC-87CA-4CCA-8BA4-F6FE1AAFDE6B}"/>
              </a:ext>
            </a:extLst>
          </p:cNvPr>
          <p:cNvSpPr/>
          <p:nvPr/>
        </p:nvSpPr>
        <p:spPr>
          <a:xfrm>
            <a:off x="5266000" y="3707215"/>
            <a:ext cx="5969051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cxnSp>
        <p:nvCxnSpPr>
          <p:cNvPr id="4" name="直接箭头连接符 55">
            <a:extLst>
              <a:ext uri="{FF2B5EF4-FFF2-40B4-BE49-F238E27FC236}">
                <a16:creationId xmlns:a16="http://schemas.microsoft.com/office/drawing/2014/main" id="{82D19271-6C26-428E-BBB7-7A197FCB972F}"/>
              </a:ext>
            </a:extLst>
          </p:cNvPr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">
            <a:extLst>
              <a:ext uri="{FF2B5EF4-FFF2-40B4-BE49-F238E27FC236}">
                <a16:creationId xmlns:a16="http://schemas.microsoft.com/office/drawing/2014/main" id="{18183175-16BF-45F8-A25A-0F5CBD6938A5}"/>
              </a:ext>
            </a:extLst>
          </p:cNvPr>
          <p:cNvSpPr/>
          <p:nvPr/>
        </p:nvSpPr>
        <p:spPr>
          <a:xfrm>
            <a:off x="5266000" y="4864219"/>
            <a:ext cx="1905009" cy="40011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180000" indent="-1800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i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</a:t>
            </a: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525A1837-595A-4019-8926-B5337A7607F4}"/>
              </a:ext>
            </a:extLst>
          </p:cNvPr>
          <p:cNvSpPr/>
          <p:nvPr/>
        </p:nvSpPr>
        <p:spPr>
          <a:xfrm>
            <a:off x="7376040" y="4864219"/>
            <a:ext cx="1905009" cy="40011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180000" indent="-1800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i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</a:t>
            </a:r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7680D79C-97EA-4C2E-AFF2-539DD9F7D247}"/>
              </a:ext>
            </a:extLst>
          </p:cNvPr>
          <p:cNvSpPr/>
          <p:nvPr/>
        </p:nvSpPr>
        <p:spPr>
          <a:xfrm>
            <a:off x="9486080" y="4864219"/>
            <a:ext cx="1905009" cy="40011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180000" lvl="0" indent="-1800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i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16">
            <a:extLst>
              <a:ext uri="{FF2B5EF4-FFF2-40B4-BE49-F238E27FC236}">
                <a16:creationId xmlns:a16="http://schemas.microsoft.com/office/drawing/2014/main" id="{C3BFBD7F-7037-4D54-A4D6-17ADF6201527}"/>
              </a:ext>
            </a:extLst>
          </p:cNvPr>
          <p:cNvSpPr txBox="1"/>
          <p:nvPr/>
        </p:nvSpPr>
        <p:spPr>
          <a:xfrm>
            <a:off x="1186853" y="1846190"/>
            <a:ext cx="9524731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aaaaaaaaaaaaaaaaaaaaaaaaaaaaaaaaaaaaaaaaaaaaaaaaaaaaaaaaaaaaaaaaaaaaaaaaaaaaaa</a:t>
            </a:r>
            <a:endParaRPr lang="zh-CN" altLang="en-US" kern="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17">
            <a:extLst>
              <a:ext uri="{FF2B5EF4-FFF2-40B4-BE49-F238E27FC236}">
                <a16:creationId xmlns:a16="http://schemas.microsoft.com/office/drawing/2014/main" id="{3C8F158A-DF6B-4FB1-BD90-DEF7ABBFBA03}"/>
              </a:ext>
            </a:extLst>
          </p:cNvPr>
          <p:cNvSpPr/>
          <p:nvPr/>
        </p:nvSpPr>
        <p:spPr>
          <a:xfrm>
            <a:off x="4779667" y="1298164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sp>
        <p:nvSpPr>
          <p:cNvPr id="4" name="文本框 18">
            <a:extLst>
              <a:ext uri="{FF2B5EF4-FFF2-40B4-BE49-F238E27FC236}">
                <a16:creationId xmlns:a16="http://schemas.microsoft.com/office/drawing/2014/main" id="{AB101302-8AB4-4C7D-B5F0-F304C06A8934}"/>
              </a:ext>
            </a:extLst>
          </p:cNvPr>
          <p:cNvSpPr txBox="1"/>
          <p:nvPr/>
        </p:nvSpPr>
        <p:spPr>
          <a:xfrm>
            <a:off x="594360" y="4471368"/>
            <a:ext cx="3317029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algn="r">
              <a:lnSpc>
                <a:spcPct val="150000"/>
              </a:lnSpc>
              <a:defRPr/>
            </a:pPr>
            <a:r>
              <a:rPr lang="zh-CN" altLang="en-US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aaaaaaaaaaaaaaaaaaaaaaaaaaaaaaaaaaaa</a:t>
            </a:r>
            <a:endParaRPr lang="zh-CN" altLang="en-US" kern="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19">
            <a:extLst>
              <a:ext uri="{FF2B5EF4-FFF2-40B4-BE49-F238E27FC236}">
                <a16:creationId xmlns:a16="http://schemas.microsoft.com/office/drawing/2014/main" id="{E509A228-016E-483F-A3B1-A7D12DE21482}"/>
              </a:ext>
            </a:extLst>
          </p:cNvPr>
          <p:cNvSpPr/>
          <p:nvPr/>
        </p:nvSpPr>
        <p:spPr>
          <a:xfrm>
            <a:off x="1572287" y="3923342"/>
            <a:ext cx="2339102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sp>
        <p:nvSpPr>
          <p:cNvPr id="6" name="文本框 20">
            <a:extLst>
              <a:ext uri="{FF2B5EF4-FFF2-40B4-BE49-F238E27FC236}">
                <a16:creationId xmlns:a16="http://schemas.microsoft.com/office/drawing/2014/main" id="{56EADEBC-5171-4827-8AB0-1BAC2CFDE3EE}"/>
              </a:ext>
            </a:extLst>
          </p:cNvPr>
          <p:cNvSpPr txBox="1"/>
          <p:nvPr/>
        </p:nvSpPr>
        <p:spPr>
          <a:xfrm>
            <a:off x="8102661" y="4423820"/>
            <a:ext cx="3317029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aaaaaaaaaaaaaaaaaaaaaaaaaaaaaaaaaaaa</a:t>
            </a:r>
            <a:endParaRPr lang="zh-CN" altLang="en-US" kern="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21">
            <a:extLst>
              <a:ext uri="{FF2B5EF4-FFF2-40B4-BE49-F238E27FC236}">
                <a16:creationId xmlns:a16="http://schemas.microsoft.com/office/drawing/2014/main" id="{23300349-8D01-4119-BA22-768761D06D60}"/>
              </a:ext>
            </a:extLst>
          </p:cNvPr>
          <p:cNvSpPr/>
          <p:nvPr/>
        </p:nvSpPr>
        <p:spPr>
          <a:xfrm>
            <a:off x="8102661" y="3875794"/>
            <a:ext cx="2339102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sp>
        <p:nvSpPr>
          <p:cNvPr id="8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52000" y="288000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sp>
        <p:nvSpPr>
          <p:cNvPr id="9" name="îṩḷïḍé">
            <a:extLst>
              <a:ext uri="{FF2B5EF4-FFF2-40B4-BE49-F238E27FC236}">
                <a16:creationId xmlns:a16="http://schemas.microsoft.com/office/drawing/2014/main" id="{C6B946B4-4406-48A1-B458-EFD8FAFDBE19}"/>
              </a:ext>
            </a:extLst>
          </p:cNvPr>
          <p:cNvSpPr/>
          <p:nvPr/>
        </p:nvSpPr>
        <p:spPr>
          <a:xfrm>
            <a:off x="6234188" y="2164197"/>
            <a:ext cx="2044743" cy="2529609"/>
          </a:xfrm>
          <a:custGeom>
            <a:avLst/>
            <a:gdLst>
              <a:gd name="connsiteX0" fmla="*/ 0 w 2044743"/>
              <a:gd name="connsiteY0" fmla="*/ 0 h 2529609"/>
              <a:gd name="connsiteX1" fmla="*/ 1428764 w 2044743"/>
              <a:gd name="connsiteY1" fmla="*/ 0 h 2529609"/>
              <a:gd name="connsiteX2" fmla="*/ 2044743 w 2044743"/>
              <a:gd name="connsiteY2" fmla="*/ 1264805 h 2529609"/>
              <a:gd name="connsiteX3" fmla="*/ 1428764 w 2044743"/>
              <a:gd name="connsiteY3" fmla="*/ 2529609 h 2529609"/>
              <a:gd name="connsiteX4" fmla="*/ 0 w 2044743"/>
              <a:gd name="connsiteY4" fmla="*/ 2529609 h 2529609"/>
              <a:gd name="connsiteX5" fmla="*/ 0 w 2044743"/>
              <a:gd name="connsiteY5" fmla="*/ 0 h 2529609"/>
              <a:gd name="connsiteX6" fmla="*/ 1741055 w 2044743"/>
              <a:gd name="connsiteY6" fmla="*/ 1158586 h 2529609"/>
              <a:gd name="connsiteX7" fmla="*/ 1634837 w 2044743"/>
              <a:gd name="connsiteY7" fmla="*/ 1264804 h 2529609"/>
              <a:gd name="connsiteX8" fmla="*/ 1741055 w 2044743"/>
              <a:gd name="connsiteY8" fmla="*/ 1371022 h 2529609"/>
              <a:gd name="connsiteX9" fmla="*/ 1847273 w 2044743"/>
              <a:gd name="connsiteY9" fmla="*/ 1264804 h 2529609"/>
              <a:gd name="connsiteX10" fmla="*/ 1741055 w 2044743"/>
              <a:gd name="connsiteY10" fmla="*/ 1158586 h 252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4743" h="2529609">
                <a:moveTo>
                  <a:pt x="0" y="0"/>
                </a:moveTo>
                <a:lnTo>
                  <a:pt x="1428764" y="0"/>
                </a:lnTo>
                <a:lnTo>
                  <a:pt x="2044743" y="1264805"/>
                </a:lnTo>
                <a:lnTo>
                  <a:pt x="1428764" y="2529609"/>
                </a:lnTo>
                <a:lnTo>
                  <a:pt x="0" y="2529609"/>
                </a:lnTo>
                <a:lnTo>
                  <a:pt x="0" y="0"/>
                </a:lnTo>
                <a:close/>
                <a:moveTo>
                  <a:pt x="1741055" y="1158586"/>
                </a:moveTo>
                <a:cubicBezTo>
                  <a:pt x="1682392" y="1158586"/>
                  <a:pt x="1634837" y="1206141"/>
                  <a:pt x="1634837" y="1264804"/>
                </a:cubicBezTo>
                <a:cubicBezTo>
                  <a:pt x="1634837" y="1323467"/>
                  <a:pt x="1682392" y="1371022"/>
                  <a:pt x="1741055" y="1371022"/>
                </a:cubicBezTo>
                <a:cubicBezTo>
                  <a:pt x="1799718" y="1371022"/>
                  <a:pt x="1847273" y="1323467"/>
                  <a:pt x="1847273" y="1264804"/>
                </a:cubicBezTo>
                <a:cubicBezTo>
                  <a:pt x="1847273" y="1206141"/>
                  <a:pt x="1799718" y="1158586"/>
                  <a:pt x="1741055" y="1158586"/>
                </a:cubicBezTo>
                <a:close/>
              </a:path>
            </a:pathLst>
          </a:custGeom>
          <a:solidFill>
            <a:srgbClr val="4D9BD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/>
            </a:lvl1pPr>
          </a:lstStyle>
          <a:p>
            <a:pPr algn="ctr"/>
            <a:endParaRPr/>
          </a:p>
        </p:txBody>
      </p:sp>
      <p:sp>
        <p:nvSpPr>
          <p:cNvPr id="10" name="iś1îḋe">
            <a:extLst>
              <a:ext uri="{FF2B5EF4-FFF2-40B4-BE49-F238E27FC236}">
                <a16:creationId xmlns:a16="http://schemas.microsoft.com/office/drawing/2014/main" id="{B2EA2775-8B27-4D2F-81B8-AD8826837773}"/>
              </a:ext>
            </a:extLst>
          </p:cNvPr>
          <p:cNvSpPr/>
          <p:nvPr/>
        </p:nvSpPr>
        <p:spPr>
          <a:xfrm flipH="1">
            <a:off x="3913069" y="2164197"/>
            <a:ext cx="2044743" cy="2529609"/>
          </a:xfrm>
          <a:custGeom>
            <a:avLst/>
            <a:gdLst>
              <a:gd name="connsiteX0" fmla="*/ 0 w 2044743"/>
              <a:gd name="connsiteY0" fmla="*/ 0 h 2529609"/>
              <a:gd name="connsiteX1" fmla="*/ 1428764 w 2044743"/>
              <a:gd name="connsiteY1" fmla="*/ 0 h 2529609"/>
              <a:gd name="connsiteX2" fmla="*/ 2044743 w 2044743"/>
              <a:gd name="connsiteY2" fmla="*/ 1264805 h 2529609"/>
              <a:gd name="connsiteX3" fmla="*/ 1428764 w 2044743"/>
              <a:gd name="connsiteY3" fmla="*/ 2529609 h 2529609"/>
              <a:gd name="connsiteX4" fmla="*/ 0 w 2044743"/>
              <a:gd name="connsiteY4" fmla="*/ 2529609 h 2529609"/>
              <a:gd name="connsiteX5" fmla="*/ 0 w 2044743"/>
              <a:gd name="connsiteY5" fmla="*/ 0 h 2529609"/>
              <a:gd name="connsiteX6" fmla="*/ 1741055 w 2044743"/>
              <a:gd name="connsiteY6" fmla="*/ 1158586 h 2529609"/>
              <a:gd name="connsiteX7" fmla="*/ 1634837 w 2044743"/>
              <a:gd name="connsiteY7" fmla="*/ 1264804 h 2529609"/>
              <a:gd name="connsiteX8" fmla="*/ 1741055 w 2044743"/>
              <a:gd name="connsiteY8" fmla="*/ 1371022 h 2529609"/>
              <a:gd name="connsiteX9" fmla="*/ 1847273 w 2044743"/>
              <a:gd name="connsiteY9" fmla="*/ 1264804 h 2529609"/>
              <a:gd name="connsiteX10" fmla="*/ 1741055 w 2044743"/>
              <a:gd name="connsiteY10" fmla="*/ 1158586 h 252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4743" h="2529609">
                <a:moveTo>
                  <a:pt x="0" y="0"/>
                </a:moveTo>
                <a:lnTo>
                  <a:pt x="1428764" y="0"/>
                </a:lnTo>
                <a:lnTo>
                  <a:pt x="2044743" y="1264805"/>
                </a:lnTo>
                <a:lnTo>
                  <a:pt x="1428764" y="2529609"/>
                </a:lnTo>
                <a:lnTo>
                  <a:pt x="0" y="2529609"/>
                </a:lnTo>
                <a:lnTo>
                  <a:pt x="0" y="0"/>
                </a:lnTo>
                <a:close/>
                <a:moveTo>
                  <a:pt x="1741055" y="1158586"/>
                </a:moveTo>
                <a:cubicBezTo>
                  <a:pt x="1682392" y="1158586"/>
                  <a:pt x="1634837" y="1206141"/>
                  <a:pt x="1634837" y="1264804"/>
                </a:cubicBezTo>
                <a:cubicBezTo>
                  <a:pt x="1634837" y="1323467"/>
                  <a:pt x="1682392" y="1371022"/>
                  <a:pt x="1741055" y="1371022"/>
                </a:cubicBezTo>
                <a:cubicBezTo>
                  <a:pt x="1799718" y="1371022"/>
                  <a:pt x="1847273" y="1323467"/>
                  <a:pt x="1847273" y="1264804"/>
                </a:cubicBezTo>
                <a:cubicBezTo>
                  <a:pt x="1847273" y="1206141"/>
                  <a:pt x="1799718" y="1158586"/>
                  <a:pt x="1741055" y="1158586"/>
                </a:cubicBezTo>
                <a:close/>
              </a:path>
            </a:pathLst>
          </a:custGeom>
          <a:solidFill>
            <a:srgbClr val="00539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/>
            </a:lvl1pPr>
          </a:lstStyle>
          <a:p>
            <a:pPr algn="ctr"/>
            <a:endParaRPr/>
          </a:p>
        </p:txBody>
      </p:sp>
      <p:sp>
        <p:nvSpPr>
          <p:cNvPr id="11" name="îŝḻïḓè">
            <a:extLst>
              <a:ext uri="{FF2B5EF4-FFF2-40B4-BE49-F238E27FC236}">
                <a16:creationId xmlns:a16="http://schemas.microsoft.com/office/drawing/2014/main" id="{6E1846B1-C0C6-4CF0-BB52-E07F4483AD27}"/>
              </a:ext>
            </a:extLst>
          </p:cNvPr>
          <p:cNvSpPr/>
          <p:nvPr/>
        </p:nvSpPr>
        <p:spPr bwMode="auto">
          <a:xfrm>
            <a:off x="6716291" y="2972064"/>
            <a:ext cx="705843" cy="770997"/>
          </a:xfrm>
          <a:custGeom>
            <a:avLst/>
            <a:gdLst>
              <a:gd name="connsiteX0" fmla="*/ 96838 w 309563"/>
              <a:gd name="connsiteY0" fmla="*/ 300038 h 338138"/>
              <a:gd name="connsiteX1" fmla="*/ 85725 w 309563"/>
              <a:gd name="connsiteY1" fmla="*/ 310357 h 338138"/>
              <a:gd name="connsiteX2" fmla="*/ 96838 w 309563"/>
              <a:gd name="connsiteY2" fmla="*/ 320676 h 338138"/>
              <a:gd name="connsiteX3" fmla="*/ 107951 w 309563"/>
              <a:gd name="connsiteY3" fmla="*/ 310357 h 338138"/>
              <a:gd name="connsiteX4" fmla="*/ 96838 w 309563"/>
              <a:gd name="connsiteY4" fmla="*/ 300038 h 338138"/>
              <a:gd name="connsiteX5" fmla="*/ 206375 w 309563"/>
              <a:gd name="connsiteY5" fmla="*/ 68263 h 338138"/>
              <a:gd name="connsiteX6" fmla="*/ 206375 w 309563"/>
              <a:gd name="connsiteY6" fmla="*/ 112713 h 338138"/>
              <a:gd name="connsiteX7" fmla="*/ 214312 w 309563"/>
              <a:gd name="connsiteY7" fmla="*/ 112713 h 338138"/>
              <a:gd name="connsiteX8" fmla="*/ 214312 w 309563"/>
              <a:gd name="connsiteY8" fmla="*/ 85726 h 338138"/>
              <a:gd name="connsiteX9" fmla="*/ 225425 w 309563"/>
              <a:gd name="connsiteY9" fmla="*/ 107951 h 338138"/>
              <a:gd name="connsiteX10" fmla="*/ 230188 w 309563"/>
              <a:gd name="connsiteY10" fmla="*/ 107951 h 338138"/>
              <a:gd name="connsiteX11" fmla="*/ 241300 w 309563"/>
              <a:gd name="connsiteY11" fmla="*/ 85726 h 338138"/>
              <a:gd name="connsiteX12" fmla="*/ 241300 w 309563"/>
              <a:gd name="connsiteY12" fmla="*/ 112713 h 338138"/>
              <a:gd name="connsiteX13" fmla="*/ 249238 w 309563"/>
              <a:gd name="connsiteY13" fmla="*/ 112713 h 338138"/>
              <a:gd name="connsiteX14" fmla="*/ 249238 w 309563"/>
              <a:gd name="connsiteY14" fmla="*/ 103562 h 338138"/>
              <a:gd name="connsiteX15" fmla="*/ 251925 w 309563"/>
              <a:gd name="connsiteY15" fmla="*/ 106176 h 338138"/>
              <a:gd name="connsiteX16" fmla="*/ 266701 w 309563"/>
              <a:gd name="connsiteY16" fmla="*/ 112713 h 338138"/>
              <a:gd name="connsiteX17" fmla="*/ 284163 w 309563"/>
              <a:gd name="connsiteY17" fmla="*/ 99640 h 338138"/>
              <a:gd name="connsiteX18" fmla="*/ 269387 w 309563"/>
              <a:gd name="connsiteY18" fmla="*/ 85259 h 338138"/>
              <a:gd name="connsiteX19" fmla="*/ 261328 w 309563"/>
              <a:gd name="connsiteY19" fmla="*/ 80029 h 338138"/>
              <a:gd name="connsiteX20" fmla="*/ 268044 w 309563"/>
              <a:gd name="connsiteY20" fmla="*/ 76107 h 338138"/>
              <a:gd name="connsiteX21" fmla="*/ 276104 w 309563"/>
              <a:gd name="connsiteY21" fmla="*/ 77415 h 338138"/>
              <a:gd name="connsiteX22" fmla="*/ 278790 w 309563"/>
              <a:gd name="connsiteY22" fmla="*/ 80029 h 338138"/>
              <a:gd name="connsiteX23" fmla="*/ 284163 w 309563"/>
              <a:gd name="connsiteY23" fmla="*/ 73493 h 338138"/>
              <a:gd name="connsiteX24" fmla="*/ 280133 w 309563"/>
              <a:gd name="connsiteY24" fmla="*/ 70878 h 338138"/>
              <a:gd name="connsiteX25" fmla="*/ 268044 w 309563"/>
              <a:gd name="connsiteY25" fmla="*/ 68263 h 338138"/>
              <a:gd name="connsiteX26" fmla="*/ 251925 w 309563"/>
              <a:gd name="connsiteY26" fmla="*/ 80029 h 338138"/>
              <a:gd name="connsiteX27" fmla="*/ 266701 w 309563"/>
              <a:gd name="connsiteY27" fmla="*/ 93103 h 338138"/>
              <a:gd name="connsiteX28" fmla="*/ 276104 w 309563"/>
              <a:gd name="connsiteY28" fmla="*/ 99640 h 338138"/>
              <a:gd name="connsiteX29" fmla="*/ 266701 w 309563"/>
              <a:gd name="connsiteY29" fmla="*/ 103562 h 338138"/>
              <a:gd name="connsiteX30" fmla="*/ 257298 w 309563"/>
              <a:gd name="connsiteY30" fmla="*/ 100947 h 338138"/>
              <a:gd name="connsiteX31" fmla="*/ 254611 w 309563"/>
              <a:gd name="connsiteY31" fmla="*/ 97025 h 338138"/>
              <a:gd name="connsiteX32" fmla="*/ 249238 w 309563"/>
              <a:gd name="connsiteY32" fmla="*/ 103562 h 338138"/>
              <a:gd name="connsiteX33" fmla="*/ 249238 w 309563"/>
              <a:gd name="connsiteY33" fmla="*/ 68263 h 338138"/>
              <a:gd name="connsiteX34" fmla="*/ 241300 w 309563"/>
              <a:gd name="connsiteY34" fmla="*/ 68263 h 338138"/>
              <a:gd name="connsiteX35" fmla="*/ 227012 w 309563"/>
              <a:gd name="connsiteY35" fmla="*/ 93663 h 338138"/>
              <a:gd name="connsiteX36" fmla="*/ 214312 w 309563"/>
              <a:gd name="connsiteY36" fmla="*/ 68263 h 338138"/>
              <a:gd name="connsiteX37" fmla="*/ 157163 w 309563"/>
              <a:gd name="connsiteY37" fmla="*/ 68263 h 338138"/>
              <a:gd name="connsiteX38" fmla="*/ 157163 w 309563"/>
              <a:gd name="connsiteY38" fmla="*/ 112713 h 338138"/>
              <a:gd name="connsiteX39" fmla="*/ 165100 w 309563"/>
              <a:gd name="connsiteY39" fmla="*/ 112713 h 338138"/>
              <a:gd name="connsiteX40" fmla="*/ 165100 w 309563"/>
              <a:gd name="connsiteY40" fmla="*/ 85726 h 338138"/>
              <a:gd name="connsiteX41" fmla="*/ 176213 w 309563"/>
              <a:gd name="connsiteY41" fmla="*/ 107951 h 338138"/>
              <a:gd name="connsiteX42" fmla="*/ 180976 w 309563"/>
              <a:gd name="connsiteY42" fmla="*/ 107951 h 338138"/>
              <a:gd name="connsiteX43" fmla="*/ 192088 w 309563"/>
              <a:gd name="connsiteY43" fmla="*/ 85726 h 338138"/>
              <a:gd name="connsiteX44" fmla="*/ 192088 w 309563"/>
              <a:gd name="connsiteY44" fmla="*/ 112713 h 338138"/>
              <a:gd name="connsiteX45" fmla="*/ 200026 w 309563"/>
              <a:gd name="connsiteY45" fmla="*/ 112713 h 338138"/>
              <a:gd name="connsiteX46" fmla="*/ 200026 w 309563"/>
              <a:gd name="connsiteY46" fmla="*/ 68263 h 338138"/>
              <a:gd name="connsiteX47" fmla="*/ 192088 w 309563"/>
              <a:gd name="connsiteY47" fmla="*/ 68263 h 338138"/>
              <a:gd name="connsiteX48" fmla="*/ 179388 w 309563"/>
              <a:gd name="connsiteY48" fmla="*/ 93663 h 338138"/>
              <a:gd name="connsiteX49" fmla="*/ 163513 w 309563"/>
              <a:gd name="connsiteY49" fmla="*/ 68263 h 338138"/>
              <a:gd name="connsiteX50" fmla="*/ 221456 w 309563"/>
              <a:gd name="connsiteY50" fmla="*/ 20638 h 338138"/>
              <a:gd name="connsiteX51" fmla="*/ 309563 w 309563"/>
              <a:gd name="connsiteY51" fmla="*/ 89928 h 338138"/>
              <a:gd name="connsiteX52" fmla="*/ 221456 w 309563"/>
              <a:gd name="connsiteY52" fmla="*/ 160525 h 338138"/>
              <a:gd name="connsiteX53" fmla="*/ 216196 w 309563"/>
              <a:gd name="connsiteY53" fmla="*/ 160525 h 338138"/>
              <a:gd name="connsiteX54" fmla="*/ 159650 w 309563"/>
              <a:gd name="connsiteY54" fmla="*/ 176213 h 338138"/>
              <a:gd name="connsiteX55" fmla="*/ 153075 w 309563"/>
              <a:gd name="connsiteY55" fmla="*/ 174906 h 338138"/>
              <a:gd name="connsiteX56" fmla="*/ 150445 w 309563"/>
              <a:gd name="connsiteY56" fmla="*/ 172291 h 338138"/>
              <a:gd name="connsiteX57" fmla="*/ 151760 w 309563"/>
              <a:gd name="connsiteY57" fmla="*/ 168369 h 338138"/>
              <a:gd name="connsiteX58" fmla="*/ 167540 w 309563"/>
              <a:gd name="connsiteY58" fmla="*/ 146144 h 338138"/>
              <a:gd name="connsiteX59" fmla="*/ 133350 w 309563"/>
              <a:gd name="connsiteY59" fmla="*/ 89928 h 338138"/>
              <a:gd name="connsiteX60" fmla="*/ 221456 w 309563"/>
              <a:gd name="connsiteY60" fmla="*/ 20638 h 338138"/>
              <a:gd name="connsiteX61" fmla="*/ 66675 w 309563"/>
              <a:gd name="connsiteY61" fmla="*/ 19050 h 338138"/>
              <a:gd name="connsiteX62" fmla="*/ 66675 w 309563"/>
              <a:gd name="connsiteY62" fmla="*/ 30163 h 338138"/>
              <a:gd name="connsiteX63" fmla="*/ 127000 w 309563"/>
              <a:gd name="connsiteY63" fmla="*/ 30163 h 338138"/>
              <a:gd name="connsiteX64" fmla="*/ 127000 w 309563"/>
              <a:gd name="connsiteY64" fmla="*/ 19050 h 338138"/>
              <a:gd name="connsiteX65" fmla="*/ 26531 w 309563"/>
              <a:gd name="connsiteY65" fmla="*/ 0 h 338138"/>
              <a:gd name="connsiteX66" fmla="*/ 45102 w 309563"/>
              <a:gd name="connsiteY66" fmla="*/ 0 h 338138"/>
              <a:gd name="connsiteX67" fmla="*/ 50408 w 309563"/>
              <a:gd name="connsiteY67" fmla="*/ 5283 h 338138"/>
              <a:gd name="connsiteX68" fmla="*/ 184389 w 309563"/>
              <a:gd name="connsiteY68" fmla="*/ 5283 h 338138"/>
              <a:gd name="connsiteX69" fmla="*/ 193675 w 309563"/>
              <a:gd name="connsiteY69" fmla="*/ 13208 h 338138"/>
              <a:gd name="connsiteX70" fmla="*/ 148572 w 309563"/>
              <a:gd name="connsiteY70" fmla="*/ 33021 h 338138"/>
              <a:gd name="connsiteX71" fmla="*/ 135307 w 309563"/>
              <a:gd name="connsiteY71" fmla="*/ 44909 h 338138"/>
              <a:gd name="connsiteX72" fmla="*/ 30510 w 309563"/>
              <a:gd name="connsiteY72" fmla="*/ 44909 h 338138"/>
              <a:gd name="connsiteX73" fmla="*/ 30510 w 309563"/>
              <a:gd name="connsiteY73" fmla="*/ 283983 h 338138"/>
              <a:gd name="connsiteX74" fmla="*/ 163164 w 309563"/>
              <a:gd name="connsiteY74" fmla="*/ 283983 h 338138"/>
              <a:gd name="connsiteX75" fmla="*/ 163164 w 309563"/>
              <a:gd name="connsiteY75" fmla="*/ 187561 h 338138"/>
              <a:gd name="connsiteX76" fmla="*/ 193675 w 309563"/>
              <a:gd name="connsiteY76" fmla="*/ 180957 h 338138"/>
              <a:gd name="connsiteX77" fmla="*/ 193675 w 309563"/>
              <a:gd name="connsiteY77" fmla="*/ 328892 h 338138"/>
              <a:gd name="connsiteX78" fmla="*/ 184389 w 309563"/>
              <a:gd name="connsiteY78" fmla="*/ 338138 h 338138"/>
              <a:gd name="connsiteX79" fmla="*/ 9286 w 309563"/>
              <a:gd name="connsiteY79" fmla="*/ 338138 h 338138"/>
              <a:gd name="connsiteX80" fmla="*/ 0 w 309563"/>
              <a:gd name="connsiteY80" fmla="*/ 328892 h 338138"/>
              <a:gd name="connsiteX81" fmla="*/ 0 w 309563"/>
              <a:gd name="connsiteY81" fmla="*/ 14529 h 338138"/>
              <a:gd name="connsiteX82" fmla="*/ 9286 w 309563"/>
              <a:gd name="connsiteY82" fmla="*/ 5283 h 338138"/>
              <a:gd name="connsiteX83" fmla="*/ 21224 w 309563"/>
              <a:gd name="connsiteY83" fmla="*/ 5283 h 338138"/>
              <a:gd name="connsiteX84" fmla="*/ 26531 w 309563"/>
              <a:gd name="connsiteY84" fmla="*/ 0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309563" h="338138">
                <a:moveTo>
                  <a:pt x="96838" y="300038"/>
                </a:moveTo>
                <a:cubicBezTo>
                  <a:pt x="90700" y="300038"/>
                  <a:pt x="85725" y="304658"/>
                  <a:pt x="85725" y="310357"/>
                </a:cubicBezTo>
                <a:cubicBezTo>
                  <a:pt x="85725" y="316056"/>
                  <a:pt x="90700" y="320676"/>
                  <a:pt x="96838" y="320676"/>
                </a:cubicBezTo>
                <a:cubicBezTo>
                  <a:pt x="102976" y="320676"/>
                  <a:pt x="107951" y="316056"/>
                  <a:pt x="107951" y="310357"/>
                </a:cubicBezTo>
                <a:cubicBezTo>
                  <a:pt x="107951" y="304658"/>
                  <a:pt x="102976" y="300038"/>
                  <a:pt x="96838" y="300038"/>
                </a:cubicBezTo>
                <a:close/>
                <a:moveTo>
                  <a:pt x="206375" y="68263"/>
                </a:moveTo>
                <a:lnTo>
                  <a:pt x="206375" y="112713"/>
                </a:lnTo>
                <a:lnTo>
                  <a:pt x="214312" y="112713"/>
                </a:lnTo>
                <a:lnTo>
                  <a:pt x="214312" y="85726"/>
                </a:lnTo>
                <a:lnTo>
                  <a:pt x="225425" y="107951"/>
                </a:lnTo>
                <a:lnTo>
                  <a:pt x="230188" y="107951"/>
                </a:lnTo>
                <a:lnTo>
                  <a:pt x="241300" y="85726"/>
                </a:lnTo>
                <a:lnTo>
                  <a:pt x="241300" y="112713"/>
                </a:lnTo>
                <a:lnTo>
                  <a:pt x="249238" y="112713"/>
                </a:lnTo>
                <a:lnTo>
                  <a:pt x="249238" y="103562"/>
                </a:lnTo>
                <a:cubicBezTo>
                  <a:pt x="249238" y="103562"/>
                  <a:pt x="249238" y="103562"/>
                  <a:pt x="251925" y="106176"/>
                </a:cubicBezTo>
                <a:cubicBezTo>
                  <a:pt x="255955" y="110099"/>
                  <a:pt x="261328" y="112713"/>
                  <a:pt x="266701" y="112713"/>
                </a:cubicBezTo>
                <a:cubicBezTo>
                  <a:pt x="277447" y="112713"/>
                  <a:pt x="284163" y="107484"/>
                  <a:pt x="284163" y="99640"/>
                </a:cubicBezTo>
                <a:cubicBezTo>
                  <a:pt x="284163" y="90488"/>
                  <a:pt x="276104" y="87874"/>
                  <a:pt x="269387" y="85259"/>
                </a:cubicBezTo>
                <a:cubicBezTo>
                  <a:pt x="262671" y="83951"/>
                  <a:pt x="261328" y="82644"/>
                  <a:pt x="261328" y="80029"/>
                </a:cubicBezTo>
                <a:cubicBezTo>
                  <a:pt x="261328" y="77415"/>
                  <a:pt x="265357" y="76107"/>
                  <a:pt x="268044" y="76107"/>
                </a:cubicBezTo>
                <a:cubicBezTo>
                  <a:pt x="270731" y="76107"/>
                  <a:pt x="274760" y="76107"/>
                  <a:pt x="276104" y="77415"/>
                </a:cubicBezTo>
                <a:cubicBezTo>
                  <a:pt x="276104" y="77415"/>
                  <a:pt x="276104" y="77415"/>
                  <a:pt x="278790" y="80029"/>
                </a:cubicBezTo>
                <a:cubicBezTo>
                  <a:pt x="278790" y="80029"/>
                  <a:pt x="278790" y="80029"/>
                  <a:pt x="284163" y="73493"/>
                </a:cubicBezTo>
                <a:cubicBezTo>
                  <a:pt x="284163" y="73493"/>
                  <a:pt x="284163" y="73493"/>
                  <a:pt x="280133" y="70878"/>
                </a:cubicBezTo>
                <a:cubicBezTo>
                  <a:pt x="277447" y="69571"/>
                  <a:pt x="273417" y="68263"/>
                  <a:pt x="268044" y="68263"/>
                </a:cubicBezTo>
                <a:cubicBezTo>
                  <a:pt x="258641" y="68263"/>
                  <a:pt x="251925" y="72185"/>
                  <a:pt x="251925" y="80029"/>
                </a:cubicBezTo>
                <a:cubicBezTo>
                  <a:pt x="251925" y="89181"/>
                  <a:pt x="261328" y="91796"/>
                  <a:pt x="266701" y="93103"/>
                </a:cubicBezTo>
                <a:cubicBezTo>
                  <a:pt x="273417" y="95718"/>
                  <a:pt x="276104" y="97025"/>
                  <a:pt x="276104" y="99640"/>
                </a:cubicBezTo>
                <a:cubicBezTo>
                  <a:pt x="276104" y="103562"/>
                  <a:pt x="270731" y="103562"/>
                  <a:pt x="266701" y="103562"/>
                </a:cubicBezTo>
                <a:cubicBezTo>
                  <a:pt x="264014" y="103562"/>
                  <a:pt x="259984" y="102254"/>
                  <a:pt x="257298" y="100947"/>
                </a:cubicBezTo>
                <a:cubicBezTo>
                  <a:pt x="257298" y="100947"/>
                  <a:pt x="257298" y="100947"/>
                  <a:pt x="254611" y="97025"/>
                </a:cubicBezTo>
                <a:cubicBezTo>
                  <a:pt x="254611" y="97025"/>
                  <a:pt x="254611" y="97025"/>
                  <a:pt x="249238" y="103562"/>
                </a:cubicBezTo>
                <a:lnTo>
                  <a:pt x="249238" y="68263"/>
                </a:lnTo>
                <a:lnTo>
                  <a:pt x="241300" y="68263"/>
                </a:lnTo>
                <a:lnTo>
                  <a:pt x="227012" y="93663"/>
                </a:lnTo>
                <a:lnTo>
                  <a:pt x="214312" y="68263"/>
                </a:lnTo>
                <a:close/>
                <a:moveTo>
                  <a:pt x="157163" y="68263"/>
                </a:moveTo>
                <a:lnTo>
                  <a:pt x="157163" y="112713"/>
                </a:lnTo>
                <a:lnTo>
                  <a:pt x="165100" y="112713"/>
                </a:lnTo>
                <a:lnTo>
                  <a:pt x="165100" y="85726"/>
                </a:lnTo>
                <a:lnTo>
                  <a:pt x="176213" y="107951"/>
                </a:lnTo>
                <a:lnTo>
                  <a:pt x="180976" y="107951"/>
                </a:lnTo>
                <a:lnTo>
                  <a:pt x="192088" y="85726"/>
                </a:lnTo>
                <a:lnTo>
                  <a:pt x="192088" y="112713"/>
                </a:lnTo>
                <a:lnTo>
                  <a:pt x="200026" y="112713"/>
                </a:lnTo>
                <a:lnTo>
                  <a:pt x="200026" y="68263"/>
                </a:lnTo>
                <a:lnTo>
                  <a:pt x="192088" y="68263"/>
                </a:lnTo>
                <a:lnTo>
                  <a:pt x="179388" y="93663"/>
                </a:lnTo>
                <a:lnTo>
                  <a:pt x="163513" y="68263"/>
                </a:lnTo>
                <a:close/>
                <a:moveTo>
                  <a:pt x="221456" y="20638"/>
                </a:moveTo>
                <a:cubicBezTo>
                  <a:pt x="270113" y="20638"/>
                  <a:pt x="309563" y="52014"/>
                  <a:pt x="309563" y="89928"/>
                </a:cubicBezTo>
                <a:cubicBezTo>
                  <a:pt x="309563" y="129149"/>
                  <a:pt x="270113" y="160525"/>
                  <a:pt x="221456" y="160525"/>
                </a:cubicBezTo>
                <a:cubicBezTo>
                  <a:pt x="218826" y="160525"/>
                  <a:pt x="217511" y="160525"/>
                  <a:pt x="216196" y="160525"/>
                </a:cubicBezTo>
                <a:cubicBezTo>
                  <a:pt x="189896" y="173599"/>
                  <a:pt x="170170" y="176213"/>
                  <a:pt x="159650" y="176213"/>
                </a:cubicBezTo>
                <a:cubicBezTo>
                  <a:pt x="155705" y="176213"/>
                  <a:pt x="154390" y="174906"/>
                  <a:pt x="153075" y="174906"/>
                </a:cubicBezTo>
                <a:cubicBezTo>
                  <a:pt x="151760" y="174906"/>
                  <a:pt x="150445" y="173599"/>
                  <a:pt x="150445" y="172291"/>
                </a:cubicBezTo>
                <a:cubicBezTo>
                  <a:pt x="149130" y="170984"/>
                  <a:pt x="150445" y="169676"/>
                  <a:pt x="151760" y="168369"/>
                </a:cubicBezTo>
                <a:cubicBezTo>
                  <a:pt x="163595" y="157910"/>
                  <a:pt x="166225" y="150066"/>
                  <a:pt x="167540" y="146144"/>
                </a:cubicBezTo>
                <a:cubicBezTo>
                  <a:pt x="145185" y="133071"/>
                  <a:pt x="133350" y="112153"/>
                  <a:pt x="133350" y="89928"/>
                </a:cubicBezTo>
                <a:cubicBezTo>
                  <a:pt x="133350" y="52014"/>
                  <a:pt x="172800" y="20638"/>
                  <a:pt x="221456" y="20638"/>
                </a:cubicBezTo>
                <a:close/>
                <a:moveTo>
                  <a:pt x="66675" y="19050"/>
                </a:moveTo>
                <a:lnTo>
                  <a:pt x="66675" y="30163"/>
                </a:lnTo>
                <a:lnTo>
                  <a:pt x="127000" y="30163"/>
                </a:lnTo>
                <a:lnTo>
                  <a:pt x="127000" y="19050"/>
                </a:lnTo>
                <a:close/>
                <a:moveTo>
                  <a:pt x="26531" y="0"/>
                </a:moveTo>
                <a:cubicBezTo>
                  <a:pt x="26531" y="0"/>
                  <a:pt x="26531" y="0"/>
                  <a:pt x="45102" y="0"/>
                </a:cubicBezTo>
                <a:cubicBezTo>
                  <a:pt x="47755" y="0"/>
                  <a:pt x="50408" y="2641"/>
                  <a:pt x="50408" y="5283"/>
                </a:cubicBezTo>
                <a:cubicBezTo>
                  <a:pt x="50408" y="5283"/>
                  <a:pt x="50408" y="5283"/>
                  <a:pt x="184389" y="5283"/>
                </a:cubicBezTo>
                <a:cubicBezTo>
                  <a:pt x="188369" y="5283"/>
                  <a:pt x="192348" y="9246"/>
                  <a:pt x="193675" y="13208"/>
                </a:cubicBezTo>
                <a:cubicBezTo>
                  <a:pt x="176430" y="17171"/>
                  <a:pt x="160511" y="23775"/>
                  <a:pt x="148572" y="33021"/>
                </a:cubicBezTo>
                <a:cubicBezTo>
                  <a:pt x="143266" y="36984"/>
                  <a:pt x="139287" y="40946"/>
                  <a:pt x="135307" y="44909"/>
                </a:cubicBezTo>
                <a:cubicBezTo>
                  <a:pt x="135307" y="44909"/>
                  <a:pt x="135307" y="44909"/>
                  <a:pt x="30510" y="44909"/>
                </a:cubicBezTo>
                <a:cubicBezTo>
                  <a:pt x="30510" y="44909"/>
                  <a:pt x="30510" y="44909"/>
                  <a:pt x="30510" y="283983"/>
                </a:cubicBezTo>
                <a:cubicBezTo>
                  <a:pt x="30510" y="283983"/>
                  <a:pt x="30510" y="283983"/>
                  <a:pt x="163164" y="283983"/>
                </a:cubicBezTo>
                <a:lnTo>
                  <a:pt x="163164" y="187561"/>
                </a:lnTo>
                <a:cubicBezTo>
                  <a:pt x="172450" y="187561"/>
                  <a:pt x="181736" y="184919"/>
                  <a:pt x="193675" y="180957"/>
                </a:cubicBezTo>
                <a:cubicBezTo>
                  <a:pt x="193675" y="180957"/>
                  <a:pt x="193675" y="180957"/>
                  <a:pt x="193675" y="328892"/>
                </a:cubicBezTo>
                <a:cubicBezTo>
                  <a:pt x="193675" y="334176"/>
                  <a:pt x="189695" y="338138"/>
                  <a:pt x="184389" y="338138"/>
                </a:cubicBezTo>
                <a:cubicBezTo>
                  <a:pt x="184389" y="338138"/>
                  <a:pt x="184389" y="338138"/>
                  <a:pt x="9286" y="338138"/>
                </a:cubicBezTo>
                <a:cubicBezTo>
                  <a:pt x="3979" y="338138"/>
                  <a:pt x="0" y="334176"/>
                  <a:pt x="0" y="328892"/>
                </a:cubicBezTo>
                <a:cubicBezTo>
                  <a:pt x="0" y="328892"/>
                  <a:pt x="0" y="328892"/>
                  <a:pt x="0" y="14529"/>
                </a:cubicBezTo>
                <a:cubicBezTo>
                  <a:pt x="0" y="9246"/>
                  <a:pt x="3979" y="5283"/>
                  <a:pt x="9286" y="5283"/>
                </a:cubicBezTo>
                <a:cubicBezTo>
                  <a:pt x="9286" y="5283"/>
                  <a:pt x="9286" y="5283"/>
                  <a:pt x="21224" y="5283"/>
                </a:cubicBezTo>
                <a:cubicBezTo>
                  <a:pt x="21224" y="2641"/>
                  <a:pt x="23877" y="0"/>
                  <a:pt x="265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lvl1pPr>
              <a:defRPr/>
            </a:lvl1pPr>
          </a:lstStyle>
          <a:p>
            <a:pPr algn="ctr"/>
            <a:endParaRPr/>
          </a:p>
        </p:txBody>
      </p:sp>
      <p:sp>
        <p:nvSpPr>
          <p:cNvPr id="12" name="iṡliḓe">
            <a:extLst>
              <a:ext uri="{FF2B5EF4-FFF2-40B4-BE49-F238E27FC236}">
                <a16:creationId xmlns:a16="http://schemas.microsoft.com/office/drawing/2014/main" id="{7351E417-AC48-4765-84F3-FA35338099FD}"/>
              </a:ext>
            </a:extLst>
          </p:cNvPr>
          <p:cNvSpPr/>
          <p:nvPr/>
        </p:nvSpPr>
        <p:spPr bwMode="auto">
          <a:xfrm>
            <a:off x="4824594" y="2909192"/>
            <a:ext cx="719919" cy="896744"/>
          </a:xfrm>
          <a:custGeom>
            <a:avLst/>
            <a:gdLst>
              <a:gd name="connsiteX0" fmla="*/ 79065 w 271462"/>
              <a:gd name="connsiteY0" fmla="*/ 301625 h 338138"/>
              <a:gd name="connsiteX1" fmla="*/ 69850 w 271462"/>
              <a:gd name="connsiteY1" fmla="*/ 312632 h 338138"/>
              <a:gd name="connsiteX2" fmla="*/ 79065 w 271462"/>
              <a:gd name="connsiteY2" fmla="*/ 322263 h 338138"/>
              <a:gd name="connsiteX3" fmla="*/ 114610 w 271462"/>
              <a:gd name="connsiteY3" fmla="*/ 322263 h 338138"/>
              <a:gd name="connsiteX4" fmla="*/ 123825 w 271462"/>
              <a:gd name="connsiteY4" fmla="*/ 312632 h 338138"/>
              <a:gd name="connsiteX5" fmla="*/ 114610 w 271462"/>
              <a:gd name="connsiteY5" fmla="*/ 301625 h 338138"/>
              <a:gd name="connsiteX6" fmla="*/ 79065 w 271462"/>
              <a:gd name="connsiteY6" fmla="*/ 301625 h 338138"/>
              <a:gd name="connsiteX7" fmla="*/ 166687 w 271462"/>
              <a:gd name="connsiteY7" fmla="*/ 152400 h 338138"/>
              <a:gd name="connsiteX8" fmla="*/ 166687 w 271462"/>
              <a:gd name="connsiteY8" fmla="*/ 166688 h 338138"/>
              <a:gd name="connsiteX9" fmla="*/ 171450 w 271462"/>
              <a:gd name="connsiteY9" fmla="*/ 166688 h 338138"/>
              <a:gd name="connsiteX10" fmla="*/ 171450 w 271462"/>
              <a:gd name="connsiteY10" fmla="*/ 193676 h 338138"/>
              <a:gd name="connsiteX11" fmla="*/ 166687 w 271462"/>
              <a:gd name="connsiteY11" fmla="*/ 193676 h 338138"/>
              <a:gd name="connsiteX12" fmla="*/ 166687 w 271462"/>
              <a:gd name="connsiteY12" fmla="*/ 207963 h 338138"/>
              <a:gd name="connsiteX13" fmla="*/ 193675 w 271462"/>
              <a:gd name="connsiteY13" fmla="*/ 207963 h 338138"/>
              <a:gd name="connsiteX14" fmla="*/ 193675 w 271462"/>
              <a:gd name="connsiteY14" fmla="*/ 193676 h 338138"/>
              <a:gd name="connsiteX15" fmla="*/ 190500 w 271462"/>
              <a:gd name="connsiteY15" fmla="*/ 193676 h 338138"/>
              <a:gd name="connsiteX16" fmla="*/ 190500 w 271462"/>
              <a:gd name="connsiteY16" fmla="*/ 152400 h 338138"/>
              <a:gd name="connsiteX17" fmla="*/ 179388 w 271462"/>
              <a:gd name="connsiteY17" fmla="*/ 125413 h 338138"/>
              <a:gd name="connsiteX18" fmla="*/ 168275 w 271462"/>
              <a:gd name="connsiteY18" fmla="*/ 135732 h 338138"/>
              <a:gd name="connsiteX19" fmla="*/ 179388 w 271462"/>
              <a:gd name="connsiteY19" fmla="*/ 146051 h 338138"/>
              <a:gd name="connsiteX20" fmla="*/ 190501 w 271462"/>
              <a:gd name="connsiteY20" fmla="*/ 135732 h 338138"/>
              <a:gd name="connsiteX21" fmla="*/ 179388 w 271462"/>
              <a:gd name="connsiteY21" fmla="*/ 125413 h 338138"/>
              <a:gd name="connsiteX22" fmla="*/ 180975 w 271462"/>
              <a:gd name="connsiteY22" fmla="*/ 88900 h 338138"/>
              <a:gd name="connsiteX23" fmla="*/ 271462 w 271462"/>
              <a:gd name="connsiteY23" fmla="*/ 169069 h 338138"/>
              <a:gd name="connsiteX24" fmla="*/ 180975 w 271462"/>
              <a:gd name="connsiteY24" fmla="*/ 249238 h 338138"/>
              <a:gd name="connsiteX25" fmla="*/ 131141 w 271462"/>
              <a:gd name="connsiteY25" fmla="*/ 236096 h 338138"/>
              <a:gd name="connsiteX26" fmla="*/ 97044 w 271462"/>
              <a:gd name="connsiteY26" fmla="*/ 242667 h 338138"/>
              <a:gd name="connsiteX27" fmla="*/ 95732 w 271462"/>
              <a:gd name="connsiteY27" fmla="*/ 237410 h 338138"/>
              <a:gd name="connsiteX28" fmla="*/ 110158 w 271462"/>
              <a:gd name="connsiteY28" fmla="*/ 219011 h 338138"/>
              <a:gd name="connsiteX29" fmla="*/ 90487 w 271462"/>
              <a:gd name="connsiteY29" fmla="*/ 169069 h 338138"/>
              <a:gd name="connsiteX30" fmla="*/ 180975 w 271462"/>
              <a:gd name="connsiteY30" fmla="*/ 88900 h 338138"/>
              <a:gd name="connsiteX31" fmla="*/ 37042 w 271462"/>
              <a:gd name="connsiteY31" fmla="*/ 0 h 338138"/>
              <a:gd name="connsiteX32" fmla="*/ 162719 w 271462"/>
              <a:gd name="connsiteY32" fmla="*/ 0 h 338138"/>
              <a:gd name="connsiteX33" fmla="*/ 198438 w 271462"/>
              <a:gd name="connsiteY33" fmla="*/ 38304 h 338138"/>
              <a:gd name="connsiteX34" fmla="*/ 198438 w 271462"/>
              <a:gd name="connsiteY34" fmla="*/ 67363 h 338138"/>
              <a:gd name="connsiteX35" fmla="*/ 181240 w 271462"/>
              <a:gd name="connsiteY35" fmla="*/ 66042 h 338138"/>
              <a:gd name="connsiteX36" fmla="*/ 165365 w 271462"/>
              <a:gd name="connsiteY36" fmla="*/ 67363 h 338138"/>
              <a:gd name="connsiteX37" fmla="*/ 165365 w 271462"/>
              <a:gd name="connsiteY37" fmla="*/ 51513 h 338138"/>
              <a:gd name="connsiteX38" fmla="*/ 34396 w 271462"/>
              <a:gd name="connsiteY38" fmla="*/ 51513 h 338138"/>
              <a:gd name="connsiteX39" fmla="*/ 33073 w 271462"/>
              <a:gd name="connsiteY39" fmla="*/ 51513 h 338138"/>
              <a:gd name="connsiteX40" fmla="*/ 33073 w 271462"/>
              <a:gd name="connsiteY40" fmla="*/ 286625 h 338138"/>
              <a:gd name="connsiteX41" fmla="*/ 34396 w 271462"/>
              <a:gd name="connsiteY41" fmla="*/ 286625 h 338138"/>
              <a:gd name="connsiteX42" fmla="*/ 165365 w 271462"/>
              <a:gd name="connsiteY42" fmla="*/ 286625 h 338138"/>
              <a:gd name="connsiteX43" fmla="*/ 165365 w 271462"/>
              <a:gd name="connsiteY43" fmla="*/ 270775 h 338138"/>
              <a:gd name="connsiteX44" fmla="*/ 181240 w 271462"/>
              <a:gd name="connsiteY44" fmla="*/ 272096 h 338138"/>
              <a:gd name="connsiteX45" fmla="*/ 198438 w 271462"/>
              <a:gd name="connsiteY45" fmla="*/ 270775 h 338138"/>
              <a:gd name="connsiteX46" fmla="*/ 198438 w 271462"/>
              <a:gd name="connsiteY46" fmla="*/ 299834 h 338138"/>
              <a:gd name="connsiteX47" fmla="*/ 162719 w 271462"/>
              <a:gd name="connsiteY47" fmla="*/ 338138 h 338138"/>
              <a:gd name="connsiteX48" fmla="*/ 37042 w 271462"/>
              <a:gd name="connsiteY48" fmla="*/ 338138 h 338138"/>
              <a:gd name="connsiteX49" fmla="*/ 0 w 271462"/>
              <a:gd name="connsiteY49" fmla="*/ 299834 h 338138"/>
              <a:gd name="connsiteX50" fmla="*/ 0 w 271462"/>
              <a:gd name="connsiteY50" fmla="*/ 38304 h 338138"/>
              <a:gd name="connsiteX51" fmla="*/ 37042 w 271462"/>
              <a:gd name="connsiteY51" fmla="*/ 0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71462" h="338138">
                <a:moveTo>
                  <a:pt x="79065" y="301625"/>
                </a:moveTo>
                <a:cubicBezTo>
                  <a:pt x="73799" y="301625"/>
                  <a:pt x="69850" y="305753"/>
                  <a:pt x="69850" y="312632"/>
                </a:cubicBezTo>
                <a:cubicBezTo>
                  <a:pt x="69850" y="318136"/>
                  <a:pt x="73799" y="322263"/>
                  <a:pt x="79065" y="322263"/>
                </a:cubicBezTo>
                <a:cubicBezTo>
                  <a:pt x="79065" y="322263"/>
                  <a:pt x="79065" y="322263"/>
                  <a:pt x="114610" y="322263"/>
                </a:cubicBezTo>
                <a:cubicBezTo>
                  <a:pt x="119875" y="322263"/>
                  <a:pt x="123825" y="318136"/>
                  <a:pt x="123825" y="312632"/>
                </a:cubicBezTo>
                <a:cubicBezTo>
                  <a:pt x="123825" y="305753"/>
                  <a:pt x="119875" y="301625"/>
                  <a:pt x="114610" y="301625"/>
                </a:cubicBezTo>
                <a:cubicBezTo>
                  <a:pt x="114610" y="301625"/>
                  <a:pt x="114610" y="301625"/>
                  <a:pt x="79065" y="301625"/>
                </a:cubicBezTo>
                <a:close/>
                <a:moveTo>
                  <a:pt x="166687" y="152400"/>
                </a:moveTo>
                <a:lnTo>
                  <a:pt x="166687" y="166688"/>
                </a:lnTo>
                <a:lnTo>
                  <a:pt x="171450" y="166688"/>
                </a:lnTo>
                <a:lnTo>
                  <a:pt x="171450" y="193676"/>
                </a:lnTo>
                <a:lnTo>
                  <a:pt x="166687" y="193676"/>
                </a:lnTo>
                <a:lnTo>
                  <a:pt x="166687" y="207963"/>
                </a:lnTo>
                <a:lnTo>
                  <a:pt x="193675" y="207963"/>
                </a:lnTo>
                <a:lnTo>
                  <a:pt x="193675" y="193676"/>
                </a:lnTo>
                <a:lnTo>
                  <a:pt x="190500" y="193676"/>
                </a:lnTo>
                <a:lnTo>
                  <a:pt x="190500" y="152400"/>
                </a:lnTo>
                <a:close/>
                <a:moveTo>
                  <a:pt x="179388" y="125413"/>
                </a:moveTo>
                <a:cubicBezTo>
                  <a:pt x="173250" y="125413"/>
                  <a:pt x="168275" y="130033"/>
                  <a:pt x="168275" y="135732"/>
                </a:cubicBezTo>
                <a:cubicBezTo>
                  <a:pt x="168275" y="141431"/>
                  <a:pt x="173250" y="146051"/>
                  <a:pt x="179388" y="146051"/>
                </a:cubicBezTo>
                <a:cubicBezTo>
                  <a:pt x="185526" y="146051"/>
                  <a:pt x="190501" y="141431"/>
                  <a:pt x="190501" y="135732"/>
                </a:cubicBezTo>
                <a:cubicBezTo>
                  <a:pt x="190501" y="130033"/>
                  <a:pt x="185526" y="125413"/>
                  <a:pt x="179388" y="125413"/>
                </a:cubicBezTo>
                <a:close/>
                <a:moveTo>
                  <a:pt x="180975" y="88900"/>
                </a:moveTo>
                <a:cubicBezTo>
                  <a:pt x="230808" y="88900"/>
                  <a:pt x="271462" y="124384"/>
                  <a:pt x="271462" y="169069"/>
                </a:cubicBezTo>
                <a:cubicBezTo>
                  <a:pt x="271462" y="212439"/>
                  <a:pt x="230808" y="249238"/>
                  <a:pt x="180975" y="249238"/>
                </a:cubicBezTo>
                <a:cubicBezTo>
                  <a:pt x="162614" y="249238"/>
                  <a:pt x="145566" y="243981"/>
                  <a:pt x="131141" y="236096"/>
                </a:cubicBezTo>
                <a:cubicBezTo>
                  <a:pt x="119338" y="243981"/>
                  <a:pt x="104912" y="242667"/>
                  <a:pt x="97044" y="242667"/>
                </a:cubicBezTo>
                <a:cubicBezTo>
                  <a:pt x="94421" y="241353"/>
                  <a:pt x="94421" y="238724"/>
                  <a:pt x="95732" y="237410"/>
                </a:cubicBezTo>
                <a:cubicBezTo>
                  <a:pt x="103601" y="232153"/>
                  <a:pt x="107535" y="225582"/>
                  <a:pt x="110158" y="219011"/>
                </a:cubicBezTo>
                <a:cubicBezTo>
                  <a:pt x="97044" y="205868"/>
                  <a:pt x="90487" y="187469"/>
                  <a:pt x="90487" y="169069"/>
                </a:cubicBezTo>
                <a:cubicBezTo>
                  <a:pt x="90487" y="124384"/>
                  <a:pt x="131141" y="88900"/>
                  <a:pt x="180975" y="88900"/>
                </a:cubicBezTo>
                <a:close/>
                <a:moveTo>
                  <a:pt x="37042" y="0"/>
                </a:moveTo>
                <a:cubicBezTo>
                  <a:pt x="37042" y="0"/>
                  <a:pt x="37042" y="0"/>
                  <a:pt x="162719" y="0"/>
                </a:cubicBezTo>
                <a:cubicBezTo>
                  <a:pt x="182563" y="0"/>
                  <a:pt x="198438" y="17171"/>
                  <a:pt x="198438" y="38304"/>
                </a:cubicBezTo>
                <a:cubicBezTo>
                  <a:pt x="198438" y="38304"/>
                  <a:pt x="198438" y="38304"/>
                  <a:pt x="198438" y="67363"/>
                </a:cubicBezTo>
                <a:cubicBezTo>
                  <a:pt x="193147" y="67363"/>
                  <a:pt x="186532" y="66042"/>
                  <a:pt x="181240" y="66042"/>
                </a:cubicBezTo>
                <a:cubicBezTo>
                  <a:pt x="175949" y="66042"/>
                  <a:pt x="170657" y="67363"/>
                  <a:pt x="165365" y="67363"/>
                </a:cubicBezTo>
                <a:cubicBezTo>
                  <a:pt x="165365" y="67363"/>
                  <a:pt x="165365" y="67363"/>
                  <a:pt x="165365" y="51513"/>
                </a:cubicBezTo>
                <a:cubicBezTo>
                  <a:pt x="165365" y="51513"/>
                  <a:pt x="165365" y="51513"/>
                  <a:pt x="34396" y="51513"/>
                </a:cubicBezTo>
                <a:cubicBezTo>
                  <a:pt x="34396" y="51513"/>
                  <a:pt x="33073" y="51513"/>
                  <a:pt x="33073" y="51513"/>
                </a:cubicBezTo>
                <a:cubicBezTo>
                  <a:pt x="33073" y="51513"/>
                  <a:pt x="33073" y="51513"/>
                  <a:pt x="33073" y="286625"/>
                </a:cubicBezTo>
                <a:cubicBezTo>
                  <a:pt x="33073" y="286625"/>
                  <a:pt x="34396" y="286625"/>
                  <a:pt x="34396" y="286625"/>
                </a:cubicBezTo>
                <a:cubicBezTo>
                  <a:pt x="34396" y="286625"/>
                  <a:pt x="34396" y="286625"/>
                  <a:pt x="165365" y="286625"/>
                </a:cubicBezTo>
                <a:cubicBezTo>
                  <a:pt x="165365" y="286625"/>
                  <a:pt x="165365" y="286625"/>
                  <a:pt x="165365" y="270775"/>
                </a:cubicBezTo>
                <a:cubicBezTo>
                  <a:pt x="170657" y="270775"/>
                  <a:pt x="175949" y="272096"/>
                  <a:pt x="181240" y="272096"/>
                </a:cubicBezTo>
                <a:cubicBezTo>
                  <a:pt x="186532" y="272096"/>
                  <a:pt x="193147" y="270775"/>
                  <a:pt x="198438" y="270775"/>
                </a:cubicBezTo>
                <a:cubicBezTo>
                  <a:pt x="198438" y="270775"/>
                  <a:pt x="198438" y="270775"/>
                  <a:pt x="198438" y="299834"/>
                </a:cubicBezTo>
                <a:cubicBezTo>
                  <a:pt x="198438" y="320967"/>
                  <a:pt x="182563" y="338138"/>
                  <a:pt x="162719" y="338138"/>
                </a:cubicBezTo>
                <a:cubicBezTo>
                  <a:pt x="162719" y="338138"/>
                  <a:pt x="162719" y="338138"/>
                  <a:pt x="37042" y="338138"/>
                </a:cubicBezTo>
                <a:cubicBezTo>
                  <a:pt x="17198" y="338138"/>
                  <a:pt x="0" y="320967"/>
                  <a:pt x="0" y="299834"/>
                </a:cubicBezTo>
                <a:cubicBezTo>
                  <a:pt x="0" y="299834"/>
                  <a:pt x="0" y="299834"/>
                  <a:pt x="0" y="38304"/>
                </a:cubicBezTo>
                <a:cubicBezTo>
                  <a:pt x="0" y="17171"/>
                  <a:pt x="17198" y="0"/>
                  <a:pt x="37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lvl1pPr>
              <a:defRPr/>
            </a:lvl1pPr>
          </a:lstStyle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22">
            <a:extLst>
              <a:ext uri="{FF2B5EF4-FFF2-40B4-BE49-F238E27FC236}">
                <a16:creationId xmlns:a16="http://schemas.microsoft.com/office/drawing/2014/main" id="{3AF24331-C662-4664-8A2A-2FA0B70E90F6}"/>
              </a:ext>
            </a:extLst>
          </p:cNvPr>
          <p:cNvSpPr/>
          <p:nvPr/>
        </p:nvSpPr>
        <p:spPr>
          <a:xfrm>
            <a:off x="1152000" y="288000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sp>
        <p:nvSpPr>
          <p:cNvPr id="3" name="矩形 57">
            <a:extLst>
              <a:ext uri="{FF2B5EF4-FFF2-40B4-BE49-F238E27FC236}">
                <a16:creationId xmlns:a16="http://schemas.microsoft.com/office/drawing/2014/main" id="{D04C1FB5-B610-4F1E-8ECA-068F07565285}"/>
              </a:ext>
            </a:extLst>
          </p:cNvPr>
          <p:cNvSpPr/>
          <p:nvPr/>
        </p:nvSpPr>
        <p:spPr>
          <a:xfrm>
            <a:off x="1359364" y="5196596"/>
            <a:ext cx="2315388" cy="79220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aaaaaaaaaaaaaaa</a:t>
            </a:r>
            <a:endParaRPr lang="zh-CN" altLang="en-US" sz="1600" dirty="0"/>
          </a:p>
        </p:txBody>
      </p:sp>
      <p:sp>
        <p:nvSpPr>
          <p:cNvPr id="4" name="矩形 58">
            <a:extLst>
              <a:ext uri="{FF2B5EF4-FFF2-40B4-BE49-F238E27FC236}">
                <a16:creationId xmlns:a16="http://schemas.microsoft.com/office/drawing/2014/main" id="{A87164E8-89FE-45F0-8774-766612D7E7E8}"/>
              </a:ext>
            </a:extLst>
          </p:cNvPr>
          <p:cNvSpPr/>
          <p:nvPr/>
        </p:nvSpPr>
        <p:spPr>
          <a:xfrm>
            <a:off x="4582255" y="5196596"/>
            <a:ext cx="2315388" cy="116153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aaaaaaaaaaaaaaaaaaaaaaaaa</a:t>
            </a:r>
            <a:endParaRPr lang="zh-CN" altLang="en-US" sz="1600" dirty="0"/>
          </a:p>
        </p:txBody>
      </p:sp>
      <p:sp>
        <p:nvSpPr>
          <p:cNvPr id="5" name="矩形 63">
            <a:extLst>
              <a:ext uri="{FF2B5EF4-FFF2-40B4-BE49-F238E27FC236}">
                <a16:creationId xmlns:a16="http://schemas.microsoft.com/office/drawing/2014/main" id="{DEEF41AA-D9E6-4339-AA0F-3D0AA4DCD1A9}"/>
              </a:ext>
            </a:extLst>
          </p:cNvPr>
          <p:cNvSpPr/>
          <p:nvPr/>
        </p:nvSpPr>
        <p:spPr>
          <a:xfrm>
            <a:off x="7805146" y="5196596"/>
            <a:ext cx="2315388" cy="116153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aaaaaaaaaaaaaaaaaaaaaaaaa</a:t>
            </a:r>
            <a:endParaRPr lang="zh-CN" altLang="en-US" sz="1600" dirty="0"/>
          </a:p>
        </p:txBody>
      </p:sp>
      <p:sp>
        <p:nvSpPr>
          <p:cNvPr id="6" name="Freeform 25">
            <a:extLst>
              <a:ext uri="{FF2B5EF4-FFF2-40B4-BE49-F238E27FC236}">
                <a16:creationId xmlns:a16="http://schemas.microsoft.com/office/drawing/2014/main" id="{658254A9-45E0-4389-A19C-E0F1437415B7}"/>
              </a:ext>
            </a:extLst>
          </p:cNvPr>
          <p:cNvSpPr>
            <a:spLocks/>
          </p:cNvSpPr>
          <p:nvPr/>
        </p:nvSpPr>
        <p:spPr bwMode="auto">
          <a:xfrm>
            <a:off x="3390414" y="3077262"/>
            <a:ext cx="203056" cy="322501"/>
          </a:xfrm>
          <a:custGeom>
            <a:avLst/>
            <a:gdLst>
              <a:gd name="T0" fmla="*/ 8 w 51"/>
              <a:gd name="T1" fmla="*/ 81 h 81"/>
              <a:gd name="T2" fmla="*/ 3 w 51"/>
              <a:gd name="T3" fmla="*/ 78 h 81"/>
              <a:gd name="T4" fmla="*/ 3 w 51"/>
              <a:gd name="T5" fmla="*/ 68 h 81"/>
              <a:gd name="T6" fmla="*/ 30 w 51"/>
              <a:gd name="T7" fmla="*/ 41 h 81"/>
              <a:gd name="T8" fmla="*/ 3 w 51"/>
              <a:gd name="T9" fmla="*/ 14 h 81"/>
              <a:gd name="T10" fmla="*/ 3 w 51"/>
              <a:gd name="T11" fmla="*/ 3 h 81"/>
              <a:gd name="T12" fmla="*/ 13 w 51"/>
              <a:gd name="T13" fmla="*/ 3 h 81"/>
              <a:gd name="T14" fmla="*/ 51 w 51"/>
              <a:gd name="T15" fmla="*/ 41 h 81"/>
              <a:gd name="T16" fmla="*/ 13 w 51"/>
              <a:gd name="T17" fmla="*/ 78 h 81"/>
              <a:gd name="T18" fmla="*/ 8 w 51"/>
              <a:gd name="T19" fmla="*/ 8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81">
                <a:moveTo>
                  <a:pt x="8" y="81"/>
                </a:moveTo>
                <a:cubicBezTo>
                  <a:pt x="6" y="81"/>
                  <a:pt x="4" y="80"/>
                  <a:pt x="3" y="78"/>
                </a:cubicBezTo>
                <a:cubicBezTo>
                  <a:pt x="0" y="76"/>
                  <a:pt x="0" y="71"/>
                  <a:pt x="3" y="68"/>
                </a:cubicBezTo>
                <a:cubicBezTo>
                  <a:pt x="30" y="41"/>
                  <a:pt x="30" y="41"/>
                  <a:pt x="30" y="41"/>
                </a:cubicBezTo>
                <a:cubicBezTo>
                  <a:pt x="3" y="14"/>
                  <a:pt x="3" y="14"/>
                  <a:pt x="3" y="14"/>
                </a:cubicBezTo>
                <a:cubicBezTo>
                  <a:pt x="0" y="11"/>
                  <a:pt x="0" y="6"/>
                  <a:pt x="3" y="3"/>
                </a:cubicBezTo>
                <a:cubicBezTo>
                  <a:pt x="5" y="0"/>
                  <a:pt x="10" y="0"/>
                  <a:pt x="13" y="3"/>
                </a:cubicBezTo>
                <a:cubicBezTo>
                  <a:pt x="51" y="41"/>
                  <a:pt x="51" y="41"/>
                  <a:pt x="51" y="41"/>
                </a:cubicBezTo>
                <a:cubicBezTo>
                  <a:pt x="13" y="78"/>
                  <a:pt x="13" y="78"/>
                  <a:pt x="13" y="78"/>
                </a:cubicBezTo>
                <a:cubicBezTo>
                  <a:pt x="12" y="80"/>
                  <a:pt x="10" y="81"/>
                  <a:pt x="8" y="81"/>
                </a:cubicBezTo>
                <a:close/>
              </a:path>
            </a:pathLst>
          </a:custGeom>
          <a:grp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33191FD2-8B71-4CBB-A928-B063D9043202}"/>
              </a:ext>
            </a:extLst>
          </p:cNvPr>
          <p:cNvSpPr>
            <a:spLocks/>
          </p:cNvSpPr>
          <p:nvPr/>
        </p:nvSpPr>
        <p:spPr bwMode="auto">
          <a:xfrm>
            <a:off x="3165459" y="3077262"/>
            <a:ext cx="201066" cy="322501"/>
          </a:xfrm>
          <a:custGeom>
            <a:avLst/>
            <a:gdLst>
              <a:gd name="T0" fmla="*/ 8 w 51"/>
              <a:gd name="T1" fmla="*/ 81 h 81"/>
              <a:gd name="T2" fmla="*/ 2 w 51"/>
              <a:gd name="T3" fmla="*/ 78 h 81"/>
              <a:gd name="T4" fmla="*/ 2 w 51"/>
              <a:gd name="T5" fmla="*/ 68 h 81"/>
              <a:gd name="T6" fmla="*/ 30 w 51"/>
              <a:gd name="T7" fmla="*/ 41 h 81"/>
              <a:gd name="T8" fmla="*/ 2 w 51"/>
              <a:gd name="T9" fmla="*/ 14 h 81"/>
              <a:gd name="T10" fmla="*/ 2 w 51"/>
              <a:gd name="T11" fmla="*/ 3 h 81"/>
              <a:gd name="T12" fmla="*/ 13 w 51"/>
              <a:gd name="T13" fmla="*/ 3 h 81"/>
              <a:gd name="T14" fmla="*/ 51 w 51"/>
              <a:gd name="T15" fmla="*/ 41 h 81"/>
              <a:gd name="T16" fmla="*/ 13 w 51"/>
              <a:gd name="T17" fmla="*/ 78 h 81"/>
              <a:gd name="T18" fmla="*/ 8 w 51"/>
              <a:gd name="T19" fmla="*/ 8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81">
                <a:moveTo>
                  <a:pt x="8" y="81"/>
                </a:moveTo>
                <a:cubicBezTo>
                  <a:pt x="6" y="81"/>
                  <a:pt x="4" y="80"/>
                  <a:pt x="2" y="78"/>
                </a:cubicBezTo>
                <a:cubicBezTo>
                  <a:pt x="0" y="76"/>
                  <a:pt x="0" y="71"/>
                  <a:pt x="2" y="68"/>
                </a:cubicBezTo>
                <a:cubicBezTo>
                  <a:pt x="30" y="41"/>
                  <a:pt x="30" y="41"/>
                  <a:pt x="30" y="41"/>
                </a:cubicBezTo>
                <a:cubicBezTo>
                  <a:pt x="2" y="14"/>
                  <a:pt x="2" y="14"/>
                  <a:pt x="2" y="14"/>
                </a:cubicBezTo>
                <a:cubicBezTo>
                  <a:pt x="0" y="11"/>
                  <a:pt x="0" y="6"/>
                  <a:pt x="2" y="3"/>
                </a:cubicBezTo>
                <a:cubicBezTo>
                  <a:pt x="5" y="0"/>
                  <a:pt x="10" y="0"/>
                  <a:pt x="13" y="3"/>
                </a:cubicBezTo>
                <a:cubicBezTo>
                  <a:pt x="51" y="41"/>
                  <a:pt x="51" y="41"/>
                  <a:pt x="51" y="41"/>
                </a:cubicBezTo>
                <a:cubicBezTo>
                  <a:pt x="13" y="78"/>
                  <a:pt x="13" y="78"/>
                  <a:pt x="13" y="78"/>
                </a:cubicBezTo>
                <a:cubicBezTo>
                  <a:pt x="12" y="80"/>
                  <a:pt x="10" y="81"/>
                  <a:pt x="8" y="81"/>
                </a:cubicBezTo>
                <a:close/>
              </a:path>
            </a:pathLst>
          </a:custGeom>
          <a:grp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99B8F58E-47AF-4C5F-A3B2-68668A5A173C}"/>
              </a:ext>
            </a:extLst>
          </p:cNvPr>
          <p:cNvSpPr>
            <a:spLocks/>
          </p:cNvSpPr>
          <p:nvPr/>
        </p:nvSpPr>
        <p:spPr bwMode="auto">
          <a:xfrm>
            <a:off x="6106950" y="3077262"/>
            <a:ext cx="203056" cy="322501"/>
          </a:xfrm>
          <a:custGeom>
            <a:avLst/>
            <a:gdLst>
              <a:gd name="T0" fmla="*/ 8 w 51"/>
              <a:gd name="T1" fmla="*/ 81 h 81"/>
              <a:gd name="T2" fmla="*/ 3 w 51"/>
              <a:gd name="T3" fmla="*/ 78 h 81"/>
              <a:gd name="T4" fmla="*/ 3 w 51"/>
              <a:gd name="T5" fmla="*/ 68 h 81"/>
              <a:gd name="T6" fmla="*/ 30 w 51"/>
              <a:gd name="T7" fmla="*/ 41 h 81"/>
              <a:gd name="T8" fmla="*/ 3 w 51"/>
              <a:gd name="T9" fmla="*/ 14 h 81"/>
              <a:gd name="T10" fmla="*/ 3 w 51"/>
              <a:gd name="T11" fmla="*/ 3 h 81"/>
              <a:gd name="T12" fmla="*/ 14 w 51"/>
              <a:gd name="T13" fmla="*/ 3 h 81"/>
              <a:gd name="T14" fmla="*/ 51 w 51"/>
              <a:gd name="T15" fmla="*/ 41 h 81"/>
              <a:gd name="T16" fmla="*/ 14 w 51"/>
              <a:gd name="T17" fmla="*/ 78 h 81"/>
              <a:gd name="T18" fmla="*/ 8 w 51"/>
              <a:gd name="T19" fmla="*/ 8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81">
                <a:moveTo>
                  <a:pt x="8" y="81"/>
                </a:moveTo>
                <a:cubicBezTo>
                  <a:pt x="7" y="81"/>
                  <a:pt x="5" y="80"/>
                  <a:pt x="3" y="78"/>
                </a:cubicBezTo>
                <a:cubicBezTo>
                  <a:pt x="0" y="76"/>
                  <a:pt x="0" y="71"/>
                  <a:pt x="3" y="68"/>
                </a:cubicBezTo>
                <a:cubicBezTo>
                  <a:pt x="30" y="41"/>
                  <a:pt x="30" y="41"/>
                  <a:pt x="30" y="41"/>
                </a:cubicBezTo>
                <a:cubicBezTo>
                  <a:pt x="3" y="14"/>
                  <a:pt x="3" y="14"/>
                  <a:pt x="3" y="14"/>
                </a:cubicBezTo>
                <a:cubicBezTo>
                  <a:pt x="0" y="11"/>
                  <a:pt x="0" y="6"/>
                  <a:pt x="3" y="3"/>
                </a:cubicBezTo>
                <a:cubicBezTo>
                  <a:pt x="6" y="0"/>
                  <a:pt x="11" y="0"/>
                  <a:pt x="14" y="3"/>
                </a:cubicBezTo>
                <a:cubicBezTo>
                  <a:pt x="51" y="41"/>
                  <a:pt x="51" y="41"/>
                  <a:pt x="51" y="41"/>
                </a:cubicBezTo>
                <a:cubicBezTo>
                  <a:pt x="14" y="78"/>
                  <a:pt x="14" y="78"/>
                  <a:pt x="14" y="78"/>
                </a:cubicBezTo>
                <a:cubicBezTo>
                  <a:pt x="12" y="80"/>
                  <a:pt x="10" y="81"/>
                  <a:pt x="8" y="81"/>
                </a:cubicBezTo>
                <a:close/>
              </a:path>
            </a:pathLst>
          </a:custGeom>
          <a:grp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9" name="Freeform 30">
            <a:extLst>
              <a:ext uri="{FF2B5EF4-FFF2-40B4-BE49-F238E27FC236}">
                <a16:creationId xmlns:a16="http://schemas.microsoft.com/office/drawing/2014/main" id="{D6ADA28C-D3D8-4AA8-A209-9FCF6A8DD224}"/>
              </a:ext>
            </a:extLst>
          </p:cNvPr>
          <p:cNvSpPr>
            <a:spLocks/>
          </p:cNvSpPr>
          <p:nvPr/>
        </p:nvSpPr>
        <p:spPr bwMode="auto">
          <a:xfrm>
            <a:off x="5880005" y="3077262"/>
            <a:ext cx="203056" cy="322501"/>
          </a:xfrm>
          <a:custGeom>
            <a:avLst/>
            <a:gdLst>
              <a:gd name="T0" fmla="*/ 8 w 51"/>
              <a:gd name="T1" fmla="*/ 81 h 81"/>
              <a:gd name="T2" fmla="*/ 3 w 51"/>
              <a:gd name="T3" fmla="*/ 78 h 81"/>
              <a:gd name="T4" fmla="*/ 3 w 51"/>
              <a:gd name="T5" fmla="*/ 68 h 81"/>
              <a:gd name="T6" fmla="*/ 30 w 51"/>
              <a:gd name="T7" fmla="*/ 41 h 81"/>
              <a:gd name="T8" fmla="*/ 3 w 51"/>
              <a:gd name="T9" fmla="*/ 14 h 81"/>
              <a:gd name="T10" fmla="*/ 3 w 51"/>
              <a:gd name="T11" fmla="*/ 3 h 81"/>
              <a:gd name="T12" fmla="*/ 14 w 51"/>
              <a:gd name="T13" fmla="*/ 3 h 81"/>
              <a:gd name="T14" fmla="*/ 51 w 51"/>
              <a:gd name="T15" fmla="*/ 41 h 81"/>
              <a:gd name="T16" fmla="*/ 14 w 51"/>
              <a:gd name="T17" fmla="*/ 78 h 81"/>
              <a:gd name="T18" fmla="*/ 8 w 51"/>
              <a:gd name="T19" fmla="*/ 8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81">
                <a:moveTo>
                  <a:pt x="8" y="81"/>
                </a:moveTo>
                <a:cubicBezTo>
                  <a:pt x="6" y="81"/>
                  <a:pt x="5" y="80"/>
                  <a:pt x="3" y="78"/>
                </a:cubicBezTo>
                <a:cubicBezTo>
                  <a:pt x="0" y="76"/>
                  <a:pt x="0" y="71"/>
                  <a:pt x="3" y="68"/>
                </a:cubicBezTo>
                <a:cubicBezTo>
                  <a:pt x="30" y="41"/>
                  <a:pt x="30" y="41"/>
                  <a:pt x="30" y="41"/>
                </a:cubicBezTo>
                <a:cubicBezTo>
                  <a:pt x="3" y="14"/>
                  <a:pt x="3" y="14"/>
                  <a:pt x="3" y="14"/>
                </a:cubicBezTo>
                <a:cubicBezTo>
                  <a:pt x="0" y="11"/>
                  <a:pt x="0" y="6"/>
                  <a:pt x="3" y="3"/>
                </a:cubicBezTo>
                <a:cubicBezTo>
                  <a:pt x="6" y="0"/>
                  <a:pt x="11" y="0"/>
                  <a:pt x="14" y="3"/>
                </a:cubicBezTo>
                <a:cubicBezTo>
                  <a:pt x="51" y="41"/>
                  <a:pt x="51" y="41"/>
                  <a:pt x="51" y="41"/>
                </a:cubicBezTo>
                <a:cubicBezTo>
                  <a:pt x="14" y="78"/>
                  <a:pt x="14" y="78"/>
                  <a:pt x="14" y="78"/>
                </a:cubicBezTo>
                <a:cubicBezTo>
                  <a:pt x="12" y="80"/>
                  <a:pt x="10" y="81"/>
                  <a:pt x="8" y="81"/>
                </a:cubicBezTo>
                <a:close/>
              </a:path>
            </a:pathLst>
          </a:custGeom>
          <a:grp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10" name="Freeform 37">
            <a:extLst>
              <a:ext uri="{FF2B5EF4-FFF2-40B4-BE49-F238E27FC236}">
                <a16:creationId xmlns:a16="http://schemas.microsoft.com/office/drawing/2014/main" id="{1C139C9A-8093-4D8A-A9D4-D69DE57B7463}"/>
              </a:ext>
            </a:extLst>
          </p:cNvPr>
          <p:cNvSpPr>
            <a:spLocks/>
          </p:cNvSpPr>
          <p:nvPr/>
        </p:nvSpPr>
        <p:spPr bwMode="auto">
          <a:xfrm>
            <a:off x="1878857" y="4634028"/>
            <a:ext cx="286668" cy="469817"/>
          </a:xfrm>
          <a:custGeom>
            <a:avLst/>
            <a:gdLst>
              <a:gd name="T0" fmla="*/ 52 w 72"/>
              <a:gd name="T1" fmla="*/ 0 h 118"/>
              <a:gd name="T2" fmla="*/ 52 w 72"/>
              <a:gd name="T3" fmla="*/ 71 h 118"/>
              <a:gd name="T4" fmla="*/ 69 w 72"/>
              <a:gd name="T5" fmla="*/ 71 h 118"/>
              <a:gd name="T6" fmla="*/ 72 w 72"/>
              <a:gd name="T7" fmla="*/ 73 h 118"/>
              <a:gd name="T8" fmla="*/ 71 w 72"/>
              <a:gd name="T9" fmla="*/ 77 h 118"/>
              <a:gd name="T10" fmla="*/ 36 w 72"/>
              <a:gd name="T11" fmla="*/ 118 h 118"/>
              <a:gd name="T12" fmla="*/ 1 w 72"/>
              <a:gd name="T13" fmla="*/ 77 h 118"/>
              <a:gd name="T14" fmla="*/ 0 w 72"/>
              <a:gd name="T15" fmla="*/ 73 h 118"/>
              <a:gd name="T16" fmla="*/ 3 w 72"/>
              <a:gd name="T17" fmla="*/ 71 h 118"/>
              <a:gd name="T18" fmla="*/ 20 w 72"/>
              <a:gd name="T19" fmla="*/ 71 h 118"/>
              <a:gd name="T20" fmla="*/ 20 w 72"/>
              <a:gd name="T21" fmla="*/ 0 h 118"/>
              <a:gd name="T22" fmla="*/ 52 w 72"/>
              <a:gd name="T23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2" h="118">
                <a:moveTo>
                  <a:pt x="52" y="0"/>
                </a:moveTo>
                <a:cubicBezTo>
                  <a:pt x="52" y="71"/>
                  <a:pt x="52" y="71"/>
                  <a:pt x="52" y="71"/>
                </a:cubicBezTo>
                <a:cubicBezTo>
                  <a:pt x="69" y="71"/>
                  <a:pt x="69" y="71"/>
                  <a:pt x="69" y="71"/>
                </a:cubicBezTo>
                <a:cubicBezTo>
                  <a:pt x="70" y="71"/>
                  <a:pt x="71" y="72"/>
                  <a:pt x="72" y="73"/>
                </a:cubicBezTo>
                <a:cubicBezTo>
                  <a:pt x="72" y="75"/>
                  <a:pt x="72" y="76"/>
                  <a:pt x="71" y="77"/>
                </a:cubicBezTo>
                <a:cubicBezTo>
                  <a:pt x="36" y="118"/>
                  <a:pt x="36" y="118"/>
                  <a:pt x="36" y="118"/>
                </a:cubicBezTo>
                <a:cubicBezTo>
                  <a:pt x="1" y="77"/>
                  <a:pt x="1" y="77"/>
                  <a:pt x="1" y="77"/>
                </a:cubicBezTo>
                <a:cubicBezTo>
                  <a:pt x="0" y="76"/>
                  <a:pt x="0" y="75"/>
                  <a:pt x="0" y="73"/>
                </a:cubicBezTo>
                <a:cubicBezTo>
                  <a:pt x="1" y="72"/>
                  <a:pt x="2" y="71"/>
                  <a:pt x="3" y="71"/>
                </a:cubicBezTo>
                <a:cubicBezTo>
                  <a:pt x="20" y="71"/>
                  <a:pt x="20" y="71"/>
                  <a:pt x="20" y="71"/>
                </a:cubicBezTo>
                <a:cubicBezTo>
                  <a:pt x="20" y="0"/>
                  <a:pt x="20" y="0"/>
                  <a:pt x="20" y="0"/>
                </a:cubicBezTo>
                <a:lnTo>
                  <a:pt x="52" y="0"/>
                </a:lnTo>
                <a:close/>
              </a:path>
            </a:pathLst>
          </a:custGeom>
          <a:solidFill>
            <a:srgbClr val="005EA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11" name="Freeform 38">
            <a:extLst>
              <a:ext uri="{FF2B5EF4-FFF2-40B4-BE49-F238E27FC236}">
                <a16:creationId xmlns:a16="http://schemas.microsoft.com/office/drawing/2014/main" id="{E270FCFB-7DC2-42CD-BB66-2F7F78F28EB7}"/>
              </a:ext>
            </a:extLst>
          </p:cNvPr>
          <p:cNvSpPr>
            <a:spLocks/>
          </p:cNvSpPr>
          <p:nvPr/>
        </p:nvSpPr>
        <p:spPr bwMode="auto">
          <a:xfrm>
            <a:off x="1958487" y="4634028"/>
            <a:ext cx="127408" cy="99537"/>
          </a:xfrm>
          <a:custGeom>
            <a:avLst/>
            <a:gdLst>
              <a:gd name="T0" fmla="*/ 32 w 32"/>
              <a:gd name="T1" fmla="*/ 0 h 25"/>
              <a:gd name="T2" fmla="*/ 32 w 32"/>
              <a:gd name="T3" fmla="*/ 25 h 25"/>
              <a:gd name="T4" fmla="*/ 16 w 32"/>
              <a:gd name="T5" fmla="*/ 20 h 25"/>
              <a:gd name="T6" fmla="*/ 0 w 32"/>
              <a:gd name="T7" fmla="*/ 25 h 25"/>
              <a:gd name="T8" fmla="*/ 0 w 32"/>
              <a:gd name="T9" fmla="*/ 0 h 25"/>
              <a:gd name="T10" fmla="*/ 32 w 32"/>
              <a:gd name="T11" fmla="*/ 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2" h="25">
                <a:moveTo>
                  <a:pt x="32" y="0"/>
                </a:moveTo>
                <a:cubicBezTo>
                  <a:pt x="32" y="25"/>
                  <a:pt x="32" y="25"/>
                  <a:pt x="32" y="25"/>
                </a:cubicBezTo>
                <a:cubicBezTo>
                  <a:pt x="28" y="22"/>
                  <a:pt x="22" y="20"/>
                  <a:pt x="16" y="20"/>
                </a:cubicBezTo>
                <a:cubicBezTo>
                  <a:pt x="10" y="20"/>
                  <a:pt x="4" y="22"/>
                  <a:pt x="0" y="25"/>
                </a:cubicBezTo>
                <a:cubicBezTo>
                  <a:pt x="0" y="0"/>
                  <a:pt x="0" y="0"/>
                  <a:pt x="0" y="0"/>
                </a:cubicBezTo>
                <a:lnTo>
                  <a:pt x="32" y="0"/>
                </a:lnTo>
                <a:close/>
              </a:path>
            </a:pathLst>
          </a:custGeom>
          <a:solidFill>
            <a:srgbClr val="231815">
              <a:alpha val="1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12" name="Freeform 39">
            <a:extLst>
              <a:ext uri="{FF2B5EF4-FFF2-40B4-BE49-F238E27FC236}">
                <a16:creationId xmlns:a16="http://schemas.microsoft.com/office/drawing/2014/main" id="{B0FC98E8-158E-4F48-A8FB-3F75B2826894}"/>
              </a:ext>
            </a:extLst>
          </p:cNvPr>
          <p:cNvSpPr>
            <a:spLocks noEditPoints="1"/>
          </p:cNvSpPr>
          <p:nvPr/>
        </p:nvSpPr>
        <p:spPr bwMode="auto">
          <a:xfrm>
            <a:off x="1130336" y="1659849"/>
            <a:ext cx="1783711" cy="3153347"/>
          </a:xfrm>
          <a:custGeom>
            <a:avLst/>
            <a:gdLst>
              <a:gd name="T0" fmla="*/ 224 w 448"/>
              <a:gd name="T1" fmla="*/ 0 h 792"/>
              <a:gd name="T2" fmla="*/ 0 w 448"/>
              <a:gd name="T3" fmla="*/ 224 h 792"/>
              <a:gd name="T4" fmla="*/ 0 w 448"/>
              <a:gd name="T5" fmla="*/ 570 h 792"/>
              <a:gd name="T6" fmla="*/ 196 w 448"/>
              <a:gd name="T7" fmla="*/ 792 h 792"/>
              <a:gd name="T8" fmla="*/ 196 w 448"/>
              <a:gd name="T9" fmla="*/ 777 h 792"/>
              <a:gd name="T10" fmla="*/ 224 w 448"/>
              <a:gd name="T11" fmla="*/ 749 h 792"/>
              <a:gd name="T12" fmla="*/ 252 w 448"/>
              <a:gd name="T13" fmla="*/ 777 h 792"/>
              <a:gd name="T14" fmla="*/ 252 w 448"/>
              <a:gd name="T15" fmla="*/ 792 h 792"/>
              <a:gd name="T16" fmla="*/ 448 w 448"/>
              <a:gd name="T17" fmla="*/ 570 h 792"/>
              <a:gd name="T18" fmla="*/ 448 w 448"/>
              <a:gd name="T19" fmla="*/ 224 h 792"/>
              <a:gd name="T20" fmla="*/ 224 w 448"/>
              <a:gd name="T21" fmla="*/ 0 h 792"/>
              <a:gd name="T22" fmla="*/ 224 w 448"/>
              <a:gd name="T23" fmla="*/ 414 h 792"/>
              <a:gd name="T24" fmla="*/ 34 w 448"/>
              <a:gd name="T25" fmla="*/ 224 h 792"/>
              <a:gd name="T26" fmla="*/ 224 w 448"/>
              <a:gd name="T27" fmla="*/ 34 h 792"/>
              <a:gd name="T28" fmla="*/ 414 w 448"/>
              <a:gd name="T29" fmla="*/ 224 h 792"/>
              <a:gd name="T30" fmla="*/ 224 w 448"/>
              <a:gd name="T31" fmla="*/ 414 h 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48" h="792">
                <a:moveTo>
                  <a:pt x="224" y="0"/>
                </a:moveTo>
                <a:cubicBezTo>
                  <a:pt x="100" y="0"/>
                  <a:pt x="0" y="100"/>
                  <a:pt x="0" y="224"/>
                </a:cubicBezTo>
                <a:cubicBezTo>
                  <a:pt x="0" y="570"/>
                  <a:pt x="0" y="570"/>
                  <a:pt x="0" y="570"/>
                </a:cubicBezTo>
                <a:cubicBezTo>
                  <a:pt x="0" y="684"/>
                  <a:pt x="86" y="778"/>
                  <a:pt x="196" y="792"/>
                </a:cubicBezTo>
                <a:cubicBezTo>
                  <a:pt x="196" y="777"/>
                  <a:pt x="196" y="777"/>
                  <a:pt x="196" y="777"/>
                </a:cubicBezTo>
                <a:cubicBezTo>
                  <a:pt x="196" y="761"/>
                  <a:pt x="209" y="749"/>
                  <a:pt x="224" y="749"/>
                </a:cubicBezTo>
                <a:cubicBezTo>
                  <a:pt x="239" y="749"/>
                  <a:pt x="252" y="761"/>
                  <a:pt x="252" y="777"/>
                </a:cubicBezTo>
                <a:cubicBezTo>
                  <a:pt x="252" y="792"/>
                  <a:pt x="252" y="792"/>
                  <a:pt x="252" y="792"/>
                </a:cubicBezTo>
                <a:cubicBezTo>
                  <a:pt x="362" y="778"/>
                  <a:pt x="448" y="684"/>
                  <a:pt x="448" y="570"/>
                </a:cubicBezTo>
                <a:cubicBezTo>
                  <a:pt x="448" y="224"/>
                  <a:pt x="448" y="224"/>
                  <a:pt x="448" y="224"/>
                </a:cubicBezTo>
                <a:cubicBezTo>
                  <a:pt x="448" y="100"/>
                  <a:pt x="348" y="0"/>
                  <a:pt x="224" y="0"/>
                </a:cubicBezTo>
                <a:close/>
                <a:moveTo>
                  <a:pt x="224" y="414"/>
                </a:moveTo>
                <a:cubicBezTo>
                  <a:pt x="119" y="414"/>
                  <a:pt x="34" y="329"/>
                  <a:pt x="34" y="224"/>
                </a:cubicBezTo>
                <a:cubicBezTo>
                  <a:pt x="34" y="119"/>
                  <a:pt x="119" y="34"/>
                  <a:pt x="224" y="34"/>
                </a:cubicBezTo>
                <a:cubicBezTo>
                  <a:pt x="329" y="34"/>
                  <a:pt x="414" y="119"/>
                  <a:pt x="414" y="224"/>
                </a:cubicBezTo>
                <a:cubicBezTo>
                  <a:pt x="414" y="329"/>
                  <a:pt x="329" y="414"/>
                  <a:pt x="224" y="414"/>
                </a:cubicBezTo>
                <a:close/>
              </a:path>
            </a:pathLst>
          </a:custGeom>
          <a:solidFill>
            <a:srgbClr val="005EA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13" name="koppt-图标">
            <a:extLst>
              <a:ext uri="{FF2B5EF4-FFF2-40B4-BE49-F238E27FC236}">
                <a16:creationId xmlns:a16="http://schemas.microsoft.com/office/drawing/2014/main" id="{7FF5780C-3E60-4DC6-A58A-EE446CB41953}"/>
              </a:ext>
            </a:extLst>
          </p:cNvPr>
          <p:cNvSpPr>
            <a:spLocks noEditPoints="1"/>
          </p:cNvSpPr>
          <p:nvPr/>
        </p:nvSpPr>
        <p:spPr bwMode="auto">
          <a:xfrm>
            <a:off x="1749319" y="2203278"/>
            <a:ext cx="545744" cy="545744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rgbClr val="005EA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14" name="Freeform 43">
            <a:extLst>
              <a:ext uri="{FF2B5EF4-FFF2-40B4-BE49-F238E27FC236}">
                <a16:creationId xmlns:a16="http://schemas.microsoft.com/office/drawing/2014/main" id="{2AFAC193-CD3F-422D-922A-04C107978A2B}"/>
              </a:ext>
            </a:extLst>
          </p:cNvPr>
          <p:cNvSpPr>
            <a:spLocks/>
          </p:cNvSpPr>
          <p:nvPr/>
        </p:nvSpPr>
        <p:spPr bwMode="auto">
          <a:xfrm>
            <a:off x="7307949" y="4634028"/>
            <a:ext cx="290649" cy="469817"/>
          </a:xfrm>
          <a:custGeom>
            <a:avLst/>
            <a:gdLst>
              <a:gd name="T0" fmla="*/ 53 w 73"/>
              <a:gd name="T1" fmla="*/ 0 h 118"/>
              <a:gd name="T2" fmla="*/ 53 w 73"/>
              <a:gd name="T3" fmla="*/ 71 h 118"/>
              <a:gd name="T4" fmla="*/ 69 w 73"/>
              <a:gd name="T5" fmla="*/ 71 h 118"/>
              <a:gd name="T6" fmla="*/ 72 w 73"/>
              <a:gd name="T7" fmla="*/ 73 h 118"/>
              <a:gd name="T8" fmla="*/ 72 w 73"/>
              <a:gd name="T9" fmla="*/ 77 h 118"/>
              <a:gd name="T10" fmla="*/ 36 w 73"/>
              <a:gd name="T11" fmla="*/ 118 h 118"/>
              <a:gd name="T12" fmla="*/ 1 w 73"/>
              <a:gd name="T13" fmla="*/ 77 h 118"/>
              <a:gd name="T14" fmla="*/ 0 w 73"/>
              <a:gd name="T15" fmla="*/ 73 h 118"/>
              <a:gd name="T16" fmla="*/ 4 w 73"/>
              <a:gd name="T17" fmla="*/ 71 h 118"/>
              <a:gd name="T18" fmla="*/ 20 w 73"/>
              <a:gd name="T19" fmla="*/ 71 h 118"/>
              <a:gd name="T20" fmla="*/ 20 w 73"/>
              <a:gd name="T21" fmla="*/ 0 h 118"/>
              <a:gd name="T22" fmla="*/ 53 w 73"/>
              <a:gd name="T23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3" h="118">
                <a:moveTo>
                  <a:pt x="53" y="0"/>
                </a:moveTo>
                <a:cubicBezTo>
                  <a:pt x="53" y="71"/>
                  <a:pt x="53" y="71"/>
                  <a:pt x="53" y="71"/>
                </a:cubicBezTo>
                <a:cubicBezTo>
                  <a:pt x="69" y="71"/>
                  <a:pt x="69" y="71"/>
                  <a:pt x="69" y="71"/>
                </a:cubicBezTo>
                <a:cubicBezTo>
                  <a:pt x="70" y="71"/>
                  <a:pt x="72" y="72"/>
                  <a:pt x="72" y="73"/>
                </a:cubicBezTo>
                <a:cubicBezTo>
                  <a:pt x="73" y="75"/>
                  <a:pt x="73" y="76"/>
                  <a:pt x="72" y="77"/>
                </a:cubicBezTo>
                <a:cubicBezTo>
                  <a:pt x="36" y="118"/>
                  <a:pt x="36" y="118"/>
                  <a:pt x="36" y="118"/>
                </a:cubicBezTo>
                <a:cubicBezTo>
                  <a:pt x="1" y="77"/>
                  <a:pt x="1" y="77"/>
                  <a:pt x="1" y="77"/>
                </a:cubicBezTo>
                <a:cubicBezTo>
                  <a:pt x="0" y="76"/>
                  <a:pt x="0" y="75"/>
                  <a:pt x="0" y="73"/>
                </a:cubicBezTo>
                <a:cubicBezTo>
                  <a:pt x="1" y="72"/>
                  <a:pt x="2" y="71"/>
                  <a:pt x="4" y="71"/>
                </a:cubicBezTo>
                <a:cubicBezTo>
                  <a:pt x="20" y="71"/>
                  <a:pt x="20" y="71"/>
                  <a:pt x="20" y="71"/>
                </a:cubicBezTo>
                <a:cubicBezTo>
                  <a:pt x="20" y="0"/>
                  <a:pt x="20" y="0"/>
                  <a:pt x="20" y="0"/>
                </a:cubicBezTo>
                <a:lnTo>
                  <a:pt x="53" y="0"/>
                </a:lnTo>
                <a:close/>
              </a:path>
            </a:pathLst>
          </a:custGeom>
          <a:solidFill>
            <a:srgbClr val="005EA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15" name="Freeform 44">
            <a:extLst>
              <a:ext uri="{FF2B5EF4-FFF2-40B4-BE49-F238E27FC236}">
                <a16:creationId xmlns:a16="http://schemas.microsoft.com/office/drawing/2014/main" id="{B96C190D-5696-4732-A874-8DE38BBEB6E0}"/>
              </a:ext>
            </a:extLst>
          </p:cNvPr>
          <p:cNvSpPr>
            <a:spLocks/>
          </p:cNvSpPr>
          <p:nvPr/>
        </p:nvSpPr>
        <p:spPr bwMode="auto">
          <a:xfrm>
            <a:off x="7387579" y="4634028"/>
            <a:ext cx="131389" cy="99537"/>
          </a:xfrm>
          <a:custGeom>
            <a:avLst/>
            <a:gdLst>
              <a:gd name="T0" fmla="*/ 33 w 33"/>
              <a:gd name="T1" fmla="*/ 0 h 25"/>
              <a:gd name="T2" fmla="*/ 33 w 33"/>
              <a:gd name="T3" fmla="*/ 25 h 25"/>
              <a:gd name="T4" fmla="*/ 16 w 33"/>
              <a:gd name="T5" fmla="*/ 20 h 25"/>
              <a:gd name="T6" fmla="*/ 0 w 33"/>
              <a:gd name="T7" fmla="*/ 25 h 25"/>
              <a:gd name="T8" fmla="*/ 0 w 33"/>
              <a:gd name="T9" fmla="*/ 0 h 25"/>
              <a:gd name="T10" fmla="*/ 33 w 33"/>
              <a:gd name="T11" fmla="*/ 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" h="25">
                <a:moveTo>
                  <a:pt x="33" y="0"/>
                </a:moveTo>
                <a:cubicBezTo>
                  <a:pt x="33" y="25"/>
                  <a:pt x="33" y="25"/>
                  <a:pt x="33" y="25"/>
                </a:cubicBezTo>
                <a:cubicBezTo>
                  <a:pt x="28" y="22"/>
                  <a:pt x="22" y="20"/>
                  <a:pt x="16" y="20"/>
                </a:cubicBezTo>
                <a:cubicBezTo>
                  <a:pt x="10" y="20"/>
                  <a:pt x="5" y="22"/>
                  <a:pt x="0" y="25"/>
                </a:cubicBezTo>
                <a:cubicBezTo>
                  <a:pt x="0" y="0"/>
                  <a:pt x="0" y="0"/>
                  <a:pt x="0" y="0"/>
                </a:cubicBezTo>
                <a:lnTo>
                  <a:pt x="33" y="0"/>
                </a:lnTo>
                <a:close/>
              </a:path>
            </a:pathLst>
          </a:custGeom>
          <a:solidFill>
            <a:srgbClr val="231815">
              <a:alpha val="1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16" name="Freeform 45">
            <a:extLst>
              <a:ext uri="{FF2B5EF4-FFF2-40B4-BE49-F238E27FC236}">
                <a16:creationId xmlns:a16="http://schemas.microsoft.com/office/drawing/2014/main" id="{54BB192D-4C21-48B6-B293-19743ECFE32E}"/>
              </a:ext>
            </a:extLst>
          </p:cNvPr>
          <p:cNvSpPr>
            <a:spLocks noEditPoints="1"/>
          </p:cNvSpPr>
          <p:nvPr/>
        </p:nvSpPr>
        <p:spPr bwMode="auto">
          <a:xfrm>
            <a:off x="6561418" y="1659849"/>
            <a:ext cx="1783711" cy="3153347"/>
          </a:xfrm>
          <a:custGeom>
            <a:avLst/>
            <a:gdLst>
              <a:gd name="T0" fmla="*/ 224 w 448"/>
              <a:gd name="T1" fmla="*/ 0 h 792"/>
              <a:gd name="T2" fmla="*/ 0 w 448"/>
              <a:gd name="T3" fmla="*/ 224 h 792"/>
              <a:gd name="T4" fmla="*/ 0 w 448"/>
              <a:gd name="T5" fmla="*/ 570 h 792"/>
              <a:gd name="T6" fmla="*/ 196 w 448"/>
              <a:gd name="T7" fmla="*/ 792 h 792"/>
              <a:gd name="T8" fmla="*/ 196 w 448"/>
              <a:gd name="T9" fmla="*/ 777 h 792"/>
              <a:gd name="T10" fmla="*/ 224 w 448"/>
              <a:gd name="T11" fmla="*/ 749 h 792"/>
              <a:gd name="T12" fmla="*/ 252 w 448"/>
              <a:gd name="T13" fmla="*/ 777 h 792"/>
              <a:gd name="T14" fmla="*/ 252 w 448"/>
              <a:gd name="T15" fmla="*/ 792 h 792"/>
              <a:gd name="T16" fmla="*/ 448 w 448"/>
              <a:gd name="T17" fmla="*/ 570 h 792"/>
              <a:gd name="T18" fmla="*/ 448 w 448"/>
              <a:gd name="T19" fmla="*/ 224 h 792"/>
              <a:gd name="T20" fmla="*/ 224 w 448"/>
              <a:gd name="T21" fmla="*/ 0 h 792"/>
              <a:gd name="T22" fmla="*/ 224 w 448"/>
              <a:gd name="T23" fmla="*/ 414 h 792"/>
              <a:gd name="T24" fmla="*/ 34 w 448"/>
              <a:gd name="T25" fmla="*/ 224 h 792"/>
              <a:gd name="T26" fmla="*/ 224 w 448"/>
              <a:gd name="T27" fmla="*/ 34 h 792"/>
              <a:gd name="T28" fmla="*/ 414 w 448"/>
              <a:gd name="T29" fmla="*/ 224 h 792"/>
              <a:gd name="T30" fmla="*/ 224 w 448"/>
              <a:gd name="T31" fmla="*/ 414 h 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48" h="792">
                <a:moveTo>
                  <a:pt x="224" y="0"/>
                </a:moveTo>
                <a:cubicBezTo>
                  <a:pt x="101" y="0"/>
                  <a:pt x="0" y="100"/>
                  <a:pt x="0" y="224"/>
                </a:cubicBezTo>
                <a:cubicBezTo>
                  <a:pt x="0" y="570"/>
                  <a:pt x="0" y="570"/>
                  <a:pt x="0" y="570"/>
                </a:cubicBezTo>
                <a:cubicBezTo>
                  <a:pt x="0" y="684"/>
                  <a:pt x="86" y="778"/>
                  <a:pt x="196" y="792"/>
                </a:cubicBezTo>
                <a:cubicBezTo>
                  <a:pt x="196" y="777"/>
                  <a:pt x="196" y="777"/>
                  <a:pt x="196" y="777"/>
                </a:cubicBezTo>
                <a:cubicBezTo>
                  <a:pt x="196" y="761"/>
                  <a:pt x="209" y="749"/>
                  <a:pt x="224" y="749"/>
                </a:cubicBezTo>
                <a:cubicBezTo>
                  <a:pt x="240" y="749"/>
                  <a:pt x="252" y="761"/>
                  <a:pt x="252" y="777"/>
                </a:cubicBezTo>
                <a:cubicBezTo>
                  <a:pt x="252" y="792"/>
                  <a:pt x="252" y="792"/>
                  <a:pt x="252" y="792"/>
                </a:cubicBezTo>
                <a:cubicBezTo>
                  <a:pt x="363" y="778"/>
                  <a:pt x="448" y="684"/>
                  <a:pt x="448" y="570"/>
                </a:cubicBezTo>
                <a:cubicBezTo>
                  <a:pt x="448" y="224"/>
                  <a:pt x="448" y="224"/>
                  <a:pt x="448" y="224"/>
                </a:cubicBezTo>
                <a:cubicBezTo>
                  <a:pt x="448" y="100"/>
                  <a:pt x="348" y="0"/>
                  <a:pt x="224" y="0"/>
                </a:cubicBezTo>
                <a:close/>
                <a:moveTo>
                  <a:pt x="224" y="414"/>
                </a:moveTo>
                <a:cubicBezTo>
                  <a:pt x="119" y="414"/>
                  <a:pt x="34" y="329"/>
                  <a:pt x="34" y="224"/>
                </a:cubicBezTo>
                <a:cubicBezTo>
                  <a:pt x="34" y="119"/>
                  <a:pt x="119" y="34"/>
                  <a:pt x="224" y="34"/>
                </a:cubicBezTo>
                <a:cubicBezTo>
                  <a:pt x="329" y="34"/>
                  <a:pt x="414" y="119"/>
                  <a:pt x="414" y="224"/>
                </a:cubicBezTo>
                <a:cubicBezTo>
                  <a:pt x="414" y="329"/>
                  <a:pt x="329" y="414"/>
                  <a:pt x="224" y="414"/>
                </a:cubicBezTo>
                <a:close/>
              </a:path>
            </a:pathLst>
          </a:custGeom>
          <a:solidFill>
            <a:srgbClr val="005EA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17" name="koppt-图标">
            <a:extLst>
              <a:ext uri="{FF2B5EF4-FFF2-40B4-BE49-F238E27FC236}">
                <a16:creationId xmlns:a16="http://schemas.microsoft.com/office/drawing/2014/main" id="{FB224D79-3303-484B-9481-F8987972B3A9}"/>
              </a:ext>
            </a:extLst>
          </p:cNvPr>
          <p:cNvSpPr>
            <a:spLocks noEditPoints="1"/>
          </p:cNvSpPr>
          <p:nvPr/>
        </p:nvSpPr>
        <p:spPr bwMode="auto">
          <a:xfrm>
            <a:off x="7225192" y="2239717"/>
            <a:ext cx="456162" cy="509305"/>
          </a:xfrm>
          <a:custGeom>
            <a:avLst/>
            <a:gdLst/>
            <a:ahLst/>
            <a:cxnLst>
              <a:cxn ang="0">
                <a:pos x="30" y="63"/>
              </a:cxn>
              <a:cxn ang="0">
                <a:pos x="0" y="34"/>
              </a:cxn>
              <a:cxn ang="0">
                <a:pos x="12" y="10"/>
              </a:cxn>
              <a:cxn ang="0">
                <a:pos x="19" y="11"/>
              </a:cxn>
              <a:cxn ang="0">
                <a:pos x="18" y="18"/>
              </a:cxn>
              <a:cxn ang="0">
                <a:pos x="10" y="34"/>
              </a:cxn>
              <a:cxn ang="0">
                <a:pos x="30" y="53"/>
              </a:cxn>
              <a:cxn ang="0">
                <a:pos x="49" y="34"/>
              </a:cxn>
              <a:cxn ang="0">
                <a:pos x="41" y="18"/>
              </a:cxn>
              <a:cxn ang="0">
                <a:pos x="40" y="11"/>
              </a:cxn>
              <a:cxn ang="0">
                <a:pos x="47" y="10"/>
              </a:cxn>
              <a:cxn ang="0">
                <a:pos x="59" y="34"/>
              </a:cxn>
              <a:cxn ang="0">
                <a:pos x="30" y="63"/>
              </a:cxn>
              <a:cxn ang="0">
                <a:pos x="34" y="29"/>
              </a:cxn>
              <a:cxn ang="0">
                <a:pos x="30" y="34"/>
              </a:cxn>
              <a:cxn ang="0">
                <a:pos x="25" y="29"/>
              </a:cxn>
              <a:cxn ang="0">
                <a:pos x="25" y="5"/>
              </a:cxn>
              <a:cxn ang="0">
                <a:pos x="30" y="0"/>
              </a:cxn>
              <a:cxn ang="0">
                <a:pos x="34" y="5"/>
              </a:cxn>
              <a:cxn ang="0">
                <a:pos x="34" y="29"/>
              </a:cxn>
            </a:cxnLst>
            <a:rect l="0" t="0" r="r" b="b"/>
            <a:pathLst>
              <a:path w="59" h="63">
                <a:moveTo>
                  <a:pt x="30" y="63"/>
                </a:moveTo>
                <a:cubicBezTo>
                  <a:pt x="14" y="63"/>
                  <a:pt x="0" y="50"/>
                  <a:pt x="0" y="34"/>
                </a:cubicBezTo>
                <a:cubicBezTo>
                  <a:pt x="0" y="24"/>
                  <a:pt x="5" y="16"/>
                  <a:pt x="12" y="10"/>
                </a:cubicBezTo>
                <a:cubicBezTo>
                  <a:pt x="14" y="9"/>
                  <a:pt x="17" y="9"/>
                  <a:pt x="19" y="11"/>
                </a:cubicBezTo>
                <a:cubicBezTo>
                  <a:pt x="21" y="14"/>
                  <a:pt x="20" y="17"/>
                  <a:pt x="18" y="18"/>
                </a:cubicBezTo>
                <a:cubicBezTo>
                  <a:pt x="13" y="22"/>
                  <a:pt x="10" y="28"/>
                  <a:pt x="10" y="34"/>
                </a:cubicBezTo>
                <a:cubicBezTo>
                  <a:pt x="10" y="44"/>
                  <a:pt x="19" y="53"/>
                  <a:pt x="30" y="53"/>
                </a:cubicBezTo>
                <a:cubicBezTo>
                  <a:pt x="40" y="53"/>
                  <a:pt x="49" y="44"/>
                  <a:pt x="49" y="34"/>
                </a:cubicBezTo>
                <a:cubicBezTo>
                  <a:pt x="49" y="28"/>
                  <a:pt x="46" y="22"/>
                  <a:pt x="41" y="18"/>
                </a:cubicBezTo>
                <a:cubicBezTo>
                  <a:pt x="39" y="17"/>
                  <a:pt x="39" y="14"/>
                  <a:pt x="40" y="11"/>
                </a:cubicBezTo>
                <a:cubicBezTo>
                  <a:pt x="42" y="9"/>
                  <a:pt x="45" y="9"/>
                  <a:pt x="47" y="10"/>
                </a:cubicBezTo>
                <a:cubicBezTo>
                  <a:pt x="55" y="16"/>
                  <a:pt x="59" y="24"/>
                  <a:pt x="59" y="34"/>
                </a:cubicBezTo>
                <a:cubicBezTo>
                  <a:pt x="59" y="50"/>
                  <a:pt x="46" y="63"/>
                  <a:pt x="30" y="63"/>
                </a:cubicBezTo>
                <a:close/>
                <a:moveTo>
                  <a:pt x="34" y="29"/>
                </a:moveTo>
                <a:cubicBezTo>
                  <a:pt x="34" y="32"/>
                  <a:pt x="32" y="34"/>
                  <a:pt x="30" y="34"/>
                </a:cubicBezTo>
                <a:cubicBezTo>
                  <a:pt x="27" y="34"/>
                  <a:pt x="25" y="32"/>
                  <a:pt x="25" y="29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2"/>
                  <a:pt x="27" y="0"/>
                  <a:pt x="30" y="0"/>
                </a:cubicBezTo>
                <a:cubicBezTo>
                  <a:pt x="32" y="0"/>
                  <a:pt x="34" y="2"/>
                  <a:pt x="34" y="5"/>
                </a:cubicBezTo>
                <a:lnTo>
                  <a:pt x="34" y="29"/>
                </a:lnTo>
                <a:close/>
              </a:path>
            </a:pathLst>
          </a:custGeom>
          <a:solidFill>
            <a:srgbClr val="005EA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18" name="Freeform 40">
            <a:extLst>
              <a:ext uri="{FF2B5EF4-FFF2-40B4-BE49-F238E27FC236}">
                <a16:creationId xmlns:a16="http://schemas.microsoft.com/office/drawing/2014/main" id="{04E32B44-3928-443D-90AF-217B4B5A64B0}"/>
              </a:ext>
            </a:extLst>
          </p:cNvPr>
          <p:cNvSpPr>
            <a:spLocks/>
          </p:cNvSpPr>
          <p:nvPr/>
        </p:nvSpPr>
        <p:spPr bwMode="auto">
          <a:xfrm>
            <a:off x="4591413" y="4634028"/>
            <a:ext cx="290649" cy="469817"/>
          </a:xfrm>
          <a:custGeom>
            <a:avLst/>
            <a:gdLst>
              <a:gd name="T0" fmla="*/ 53 w 73"/>
              <a:gd name="T1" fmla="*/ 0 h 118"/>
              <a:gd name="T2" fmla="*/ 53 w 73"/>
              <a:gd name="T3" fmla="*/ 71 h 118"/>
              <a:gd name="T4" fmla="*/ 69 w 73"/>
              <a:gd name="T5" fmla="*/ 71 h 118"/>
              <a:gd name="T6" fmla="*/ 73 w 73"/>
              <a:gd name="T7" fmla="*/ 73 h 118"/>
              <a:gd name="T8" fmla="*/ 72 w 73"/>
              <a:gd name="T9" fmla="*/ 77 h 118"/>
              <a:gd name="T10" fmla="*/ 37 w 73"/>
              <a:gd name="T11" fmla="*/ 118 h 118"/>
              <a:gd name="T12" fmla="*/ 1 w 73"/>
              <a:gd name="T13" fmla="*/ 77 h 118"/>
              <a:gd name="T14" fmla="*/ 1 w 73"/>
              <a:gd name="T15" fmla="*/ 73 h 118"/>
              <a:gd name="T16" fmla="*/ 4 w 73"/>
              <a:gd name="T17" fmla="*/ 71 h 118"/>
              <a:gd name="T18" fmla="*/ 20 w 73"/>
              <a:gd name="T19" fmla="*/ 71 h 118"/>
              <a:gd name="T20" fmla="*/ 20 w 73"/>
              <a:gd name="T21" fmla="*/ 0 h 118"/>
              <a:gd name="T22" fmla="*/ 53 w 73"/>
              <a:gd name="T23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3" h="118">
                <a:moveTo>
                  <a:pt x="53" y="0"/>
                </a:moveTo>
                <a:cubicBezTo>
                  <a:pt x="53" y="71"/>
                  <a:pt x="53" y="71"/>
                  <a:pt x="53" y="71"/>
                </a:cubicBezTo>
                <a:cubicBezTo>
                  <a:pt x="69" y="71"/>
                  <a:pt x="69" y="71"/>
                  <a:pt x="69" y="71"/>
                </a:cubicBezTo>
                <a:cubicBezTo>
                  <a:pt x="71" y="71"/>
                  <a:pt x="72" y="72"/>
                  <a:pt x="73" y="73"/>
                </a:cubicBezTo>
                <a:cubicBezTo>
                  <a:pt x="73" y="75"/>
                  <a:pt x="73" y="76"/>
                  <a:pt x="72" y="77"/>
                </a:cubicBezTo>
                <a:cubicBezTo>
                  <a:pt x="37" y="118"/>
                  <a:pt x="37" y="118"/>
                  <a:pt x="37" y="118"/>
                </a:cubicBezTo>
                <a:cubicBezTo>
                  <a:pt x="1" y="77"/>
                  <a:pt x="1" y="77"/>
                  <a:pt x="1" y="77"/>
                </a:cubicBezTo>
                <a:cubicBezTo>
                  <a:pt x="0" y="76"/>
                  <a:pt x="0" y="75"/>
                  <a:pt x="1" y="73"/>
                </a:cubicBezTo>
                <a:cubicBezTo>
                  <a:pt x="1" y="72"/>
                  <a:pt x="3" y="71"/>
                  <a:pt x="4" y="71"/>
                </a:cubicBezTo>
                <a:cubicBezTo>
                  <a:pt x="20" y="71"/>
                  <a:pt x="20" y="71"/>
                  <a:pt x="20" y="71"/>
                </a:cubicBezTo>
                <a:cubicBezTo>
                  <a:pt x="20" y="0"/>
                  <a:pt x="20" y="0"/>
                  <a:pt x="20" y="0"/>
                </a:cubicBezTo>
                <a:lnTo>
                  <a:pt x="53" y="0"/>
                </a:lnTo>
                <a:close/>
              </a:path>
            </a:pathLst>
          </a:custGeom>
          <a:solidFill>
            <a:srgbClr val="039AC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19" name="Freeform 41">
            <a:extLst>
              <a:ext uri="{FF2B5EF4-FFF2-40B4-BE49-F238E27FC236}">
                <a16:creationId xmlns:a16="http://schemas.microsoft.com/office/drawing/2014/main" id="{D77AC34F-E427-4B59-AA55-9C40DA44D152}"/>
              </a:ext>
            </a:extLst>
          </p:cNvPr>
          <p:cNvSpPr>
            <a:spLocks/>
          </p:cNvSpPr>
          <p:nvPr/>
        </p:nvSpPr>
        <p:spPr bwMode="auto">
          <a:xfrm>
            <a:off x="4671043" y="4634028"/>
            <a:ext cx="131389" cy="99537"/>
          </a:xfrm>
          <a:custGeom>
            <a:avLst/>
            <a:gdLst>
              <a:gd name="T0" fmla="*/ 33 w 33"/>
              <a:gd name="T1" fmla="*/ 0 h 25"/>
              <a:gd name="T2" fmla="*/ 33 w 33"/>
              <a:gd name="T3" fmla="*/ 25 h 25"/>
              <a:gd name="T4" fmla="*/ 17 w 33"/>
              <a:gd name="T5" fmla="*/ 20 h 25"/>
              <a:gd name="T6" fmla="*/ 0 w 33"/>
              <a:gd name="T7" fmla="*/ 25 h 25"/>
              <a:gd name="T8" fmla="*/ 0 w 33"/>
              <a:gd name="T9" fmla="*/ 0 h 25"/>
              <a:gd name="T10" fmla="*/ 33 w 33"/>
              <a:gd name="T11" fmla="*/ 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" h="25">
                <a:moveTo>
                  <a:pt x="33" y="0"/>
                </a:moveTo>
                <a:cubicBezTo>
                  <a:pt x="33" y="25"/>
                  <a:pt x="33" y="25"/>
                  <a:pt x="33" y="25"/>
                </a:cubicBezTo>
                <a:cubicBezTo>
                  <a:pt x="28" y="22"/>
                  <a:pt x="23" y="20"/>
                  <a:pt x="17" y="20"/>
                </a:cubicBezTo>
                <a:cubicBezTo>
                  <a:pt x="11" y="20"/>
                  <a:pt x="5" y="22"/>
                  <a:pt x="0" y="25"/>
                </a:cubicBezTo>
                <a:cubicBezTo>
                  <a:pt x="0" y="0"/>
                  <a:pt x="0" y="0"/>
                  <a:pt x="0" y="0"/>
                </a:cubicBezTo>
                <a:lnTo>
                  <a:pt x="33" y="0"/>
                </a:lnTo>
                <a:close/>
              </a:path>
            </a:pathLst>
          </a:custGeom>
          <a:solidFill>
            <a:srgbClr val="333333">
              <a:alpha val="1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20" name="Freeform 42">
            <a:extLst>
              <a:ext uri="{FF2B5EF4-FFF2-40B4-BE49-F238E27FC236}">
                <a16:creationId xmlns:a16="http://schemas.microsoft.com/office/drawing/2014/main" id="{F2ADC51D-C15E-4FE4-8951-67771E8BE2D4}"/>
              </a:ext>
            </a:extLst>
          </p:cNvPr>
          <p:cNvSpPr>
            <a:spLocks noEditPoints="1"/>
          </p:cNvSpPr>
          <p:nvPr/>
        </p:nvSpPr>
        <p:spPr bwMode="auto">
          <a:xfrm>
            <a:off x="3844882" y="1659849"/>
            <a:ext cx="1783711" cy="3153347"/>
          </a:xfrm>
          <a:custGeom>
            <a:avLst/>
            <a:gdLst>
              <a:gd name="T0" fmla="*/ 224 w 448"/>
              <a:gd name="T1" fmla="*/ 0 h 792"/>
              <a:gd name="T2" fmla="*/ 0 w 448"/>
              <a:gd name="T3" fmla="*/ 224 h 792"/>
              <a:gd name="T4" fmla="*/ 0 w 448"/>
              <a:gd name="T5" fmla="*/ 570 h 792"/>
              <a:gd name="T6" fmla="*/ 196 w 448"/>
              <a:gd name="T7" fmla="*/ 792 h 792"/>
              <a:gd name="T8" fmla="*/ 196 w 448"/>
              <a:gd name="T9" fmla="*/ 777 h 792"/>
              <a:gd name="T10" fmla="*/ 224 w 448"/>
              <a:gd name="T11" fmla="*/ 749 h 792"/>
              <a:gd name="T12" fmla="*/ 252 w 448"/>
              <a:gd name="T13" fmla="*/ 777 h 792"/>
              <a:gd name="T14" fmla="*/ 252 w 448"/>
              <a:gd name="T15" fmla="*/ 792 h 792"/>
              <a:gd name="T16" fmla="*/ 448 w 448"/>
              <a:gd name="T17" fmla="*/ 570 h 792"/>
              <a:gd name="T18" fmla="*/ 448 w 448"/>
              <a:gd name="T19" fmla="*/ 224 h 792"/>
              <a:gd name="T20" fmla="*/ 224 w 448"/>
              <a:gd name="T21" fmla="*/ 0 h 792"/>
              <a:gd name="T22" fmla="*/ 224 w 448"/>
              <a:gd name="T23" fmla="*/ 414 h 792"/>
              <a:gd name="T24" fmla="*/ 34 w 448"/>
              <a:gd name="T25" fmla="*/ 224 h 792"/>
              <a:gd name="T26" fmla="*/ 224 w 448"/>
              <a:gd name="T27" fmla="*/ 34 h 792"/>
              <a:gd name="T28" fmla="*/ 414 w 448"/>
              <a:gd name="T29" fmla="*/ 224 h 792"/>
              <a:gd name="T30" fmla="*/ 224 w 448"/>
              <a:gd name="T31" fmla="*/ 414 h 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48" h="792">
                <a:moveTo>
                  <a:pt x="224" y="0"/>
                </a:moveTo>
                <a:cubicBezTo>
                  <a:pt x="100" y="0"/>
                  <a:pt x="0" y="100"/>
                  <a:pt x="0" y="224"/>
                </a:cubicBezTo>
                <a:cubicBezTo>
                  <a:pt x="0" y="570"/>
                  <a:pt x="0" y="570"/>
                  <a:pt x="0" y="570"/>
                </a:cubicBezTo>
                <a:cubicBezTo>
                  <a:pt x="0" y="684"/>
                  <a:pt x="85" y="778"/>
                  <a:pt x="196" y="792"/>
                </a:cubicBezTo>
                <a:cubicBezTo>
                  <a:pt x="196" y="777"/>
                  <a:pt x="196" y="777"/>
                  <a:pt x="196" y="777"/>
                </a:cubicBezTo>
                <a:cubicBezTo>
                  <a:pt x="196" y="761"/>
                  <a:pt x="208" y="749"/>
                  <a:pt x="224" y="749"/>
                </a:cubicBezTo>
                <a:cubicBezTo>
                  <a:pt x="239" y="749"/>
                  <a:pt x="252" y="761"/>
                  <a:pt x="252" y="777"/>
                </a:cubicBezTo>
                <a:cubicBezTo>
                  <a:pt x="252" y="792"/>
                  <a:pt x="252" y="792"/>
                  <a:pt x="252" y="792"/>
                </a:cubicBezTo>
                <a:cubicBezTo>
                  <a:pt x="362" y="778"/>
                  <a:pt x="448" y="684"/>
                  <a:pt x="448" y="570"/>
                </a:cubicBezTo>
                <a:cubicBezTo>
                  <a:pt x="448" y="224"/>
                  <a:pt x="448" y="224"/>
                  <a:pt x="448" y="224"/>
                </a:cubicBezTo>
                <a:cubicBezTo>
                  <a:pt x="448" y="100"/>
                  <a:pt x="347" y="0"/>
                  <a:pt x="224" y="0"/>
                </a:cubicBezTo>
                <a:close/>
                <a:moveTo>
                  <a:pt x="224" y="414"/>
                </a:moveTo>
                <a:cubicBezTo>
                  <a:pt x="119" y="414"/>
                  <a:pt x="34" y="329"/>
                  <a:pt x="34" y="224"/>
                </a:cubicBezTo>
                <a:cubicBezTo>
                  <a:pt x="34" y="119"/>
                  <a:pt x="119" y="34"/>
                  <a:pt x="224" y="34"/>
                </a:cubicBezTo>
                <a:cubicBezTo>
                  <a:pt x="329" y="34"/>
                  <a:pt x="414" y="119"/>
                  <a:pt x="414" y="224"/>
                </a:cubicBezTo>
                <a:cubicBezTo>
                  <a:pt x="414" y="329"/>
                  <a:pt x="329" y="414"/>
                  <a:pt x="224" y="414"/>
                </a:cubicBezTo>
                <a:close/>
              </a:path>
            </a:pathLst>
          </a:custGeom>
          <a:solidFill>
            <a:srgbClr val="039AC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3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21" name="koppt-图标">
            <a:extLst>
              <a:ext uri="{FF2B5EF4-FFF2-40B4-BE49-F238E27FC236}">
                <a16:creationId xmlns:a16="http://schemas.microsoft.com/office/drawing/2014/main" id="{5D01B20F-2590-4829-BB17-CEDF86F8E782}"/>
              </a:ext>
            </a:extLst>
          </p:cNvPr>
          <p:cNvSpPr>
            <a:spLocks noEditPoints="1"/>
          </p:cNvSpPr>
          <p:nvPr/>
        </p:nvSpPr>
        <p:spPr bwMode="auto">
          <a:xfrm>
            <a:off x="4453712" y="2206395"/>
            <a:ext cx="566049" cy="542627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rgbClr val="039AC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思源黑体 CN Bold"/>
              <a:ea typeface="+mn-ea"/>
              <a:cs typeface="+mn-cs"/>
            </a:endParaRPr>
          </a:p>
        </p:txBody>
      </p:sp>
      <p:sp>
        <p:nvSpPr>
          <p:cNvPr id="22" name="矩形 24">
            <a:extLst>
              <a:ext uri="{FF2B5EF4-FFF2-40B4-BE49-F238E27FC236}">
                <a16:creationId xmlns:a16="http://schemas.microsoft.com/office/drawing/2014/main" id="{4D2248D0-110F-4D56-BAF8-83317EB1AF06}"/>
              </a:ext>
            </a:extLst>
          </p:cNvPr>
          <p:cNvSpPr/>
          <p:nvPr/>
        </p:nvSpPr>
        <p:spPr>
          <a:xfrm>
            <a:off x="1030092" y="2801429"/>
            <a:ext cx="274947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marL="0" lvl="2" algn="ctr">
              <a:defRPr/>
            </a:pPr>
            <a:r>
              <a:rPr lang="zh-CN" altLang="en-US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rPr>
              <a:t>aaaa</a:t>
            </a:r>
            <a:endParaRPr lang="en-US" altLang="zh-CN" sz="2400" b="1" kern="0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cxnSp>
        <p:nvCxnSpPr>
          <p:cNvPr id="23" name="直接连接符 26">
            <a:extLst>
              <a:ext uri="{FF2B5EF4-FFF2-40B4-BE49-F238E27FC236}">
                <a16:creationId xmlns:a16="http://schemas.microsoft.com/office/drawing/2014/main" id="{C59B930C-7002-45CD-A454-7E5D6ABDE5AF}"/>
              </a:ext>
            </a:extLst>
          </p:cNvPr>
          <p:cNvCxnSpPr/>
          <p:nvPr/>
        </p:nvCxnSpPr>
        <p:spPr>
          <a:xfrm>
            <a:off x="2188827" y="3376152"/>
            <a:ext cx="4320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44">
            <a:extLst>
              <a:ext uri="{FF2B5EF4-FFF2-40B4-BE49-F238E27FC236}">
                <a16:creationId xmlns:a16="http://schemas.microsoft.com/office/drawing/2014/main" id="{758139A3-B597-4E6D-8615-31FBD80F84F9}"/>
              </a:ext>
            </a:extLst>
          </p:cNvPr>
          <p:cNvSpPr/>
          <p:nvPr/>
        </p:nvSpPr>
        <p:spPr>
          <a:xfrm>
            <a:off x="1030092" y="2801429"/>
            <a:ext cx="274947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marL="0" lvl="2" algn="ctr">
              <a:defRPr/>
            </a:pPr>
            <a:r>
              <a:rPr lang="zh-CN" altLang="en-US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rPr>
              <a:t>aaaa</a:t>
            </a:r>
            <a:endParaRPr lang="en-US" altLang="zh-CN" sz="2400" b="1" kern="0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cxnSp>
        <p:nvCxnSpPr>
          <p:cNvPr id="25" name="直接连接符 48">
            <a:extLst>
              <a:ext uri="{FF2B5EF4-FFF2-40B4-BE49-F238E27FC236}">
                <a16:creationId xmlns:a16="http://schemas.microsoft.com/office/drawing/2014/main" id="{783AA1AD-4594-44BD-84E8-6A459B2848C0}"/>
              </a:ext>
            </a:extLst>
          </p:cNvPr>
          <p:cNvCxnSpPr/>
          <p:nvPr/>
        </p:nvCxnSpPr>
        <p:spPr>
          <a:xfrm>
            <a:off x="2188827" y="3376152"/>
            <a:ext cx="4320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51">
            <a:extLst>
              <a:ext uri="{FF2B5EF4-FFF2-40B4-BE49-F238E27FC236}">
                <a16:creationId xmlns:a16="http://schemas.microsoft.com/office/drawing/2014/main" id="{70DC2E47-72B3-46D0-80B7-17B2ED35D91D}"/>
              </a:ext>
            </a:extLst>
          </p:cNvPr>
          <p:cNvSpPr/>
          <p:nvPr/>
        </p:nvSpPr>
        <p:spPr>
          <a:xfrm>
            <a:off x="1030092" y="2801429"/>
            <a:ext cx="274947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marL="0" lvl="2" algn="ctr">
              <a:defRPr/>
            </a:pPr>
            <a:r>
              <a:rPr lang="zh-CN" altLang="en-US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rPr>
              <a:t>aaaa</a:t>
            </a:r>
            <a:endParaRPr lang="en-US" altLang="zh-CN" sz="2400" b="1" kern="0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cxnSp>
        <p:nvCxnSpPr>
          <p:cNvPr id="27" name="直接连接符 55">
            <a:extLst>
              <a:ext uri="{FF2B5EF4-FFF2-40B4-BE49-F238E27FC236}">
                <a16:creationId xmlns:a16="http://schemas.microsoft.com/office/drawing/2014/main" id="{41BA1470-CF6D-49A2-97FF-DD093DD11558}"/>
              </a:ext>
            </a:extLst>
          </p:cNvPr>
          <p:cNvCxnSpPr/>
          <p:nvPr/>
        </p:nvCxnSpPr>
        <p:spPr>
          <a:xfrm>
            <a:off x="2188827" y="3376152"/>
            <a:ext cx="4320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66"/>
          <p:cNvSpPr/>
          <p:nvPr/>
        </p:nvSpPr>
        <p:spPr>
          <a:xfrm>
            <a:off x="452130" y="1569595"/>
            <a:ext cx="2797014" cy="551375"/>
          </a:xfrm>
          <a:prstGeom prst="roundRect">
            <a:avLst/>
          </a:prstGeom>
          <a:solidFill>
            <a:srgbClr val="0053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sp>
        <p:nvSpPr>
          <p:cNvPr id="3" name="矩形: 圆角 367"/>
          <p:cNvSpPr/>
          <p:nvPr/>
        </p:nvSpPr>
        <p:spPr>
          <a:xfrm>
            <a:off x="6217423" y="1569595"/>
            <a:ext cx="2695786" cy="55137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sp>
        <p:nvSpPr>
          <p:cNvPr id="4" name="矩形: 圆角 368"/>
          <p:cNvSpPr/>
          <p:nvPr/>
        </p:nvSpPr>
        <p:spPr>
          <a:xfrm>
            <a:off x="3310571" y="1569595"/>
            <a:ext cx="2783835" cy="551375"/>
          </a:xfrm>
          <a:prstGeom prst="roundRect">
            <a:avLst/>
          </a:prstGeom>
          <a:solidFill>
            <a:srgbClr val="039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: 圆角 930"/>
          <p:cNvSpPr/>
          <p:nvPr/>
        </p:nvSpPr>
        <p:spPr>
          <a:xfrm>
            <a:off x="8999482" y="1569595"/>
            <a:ext cx="2695786" cy="551375"/>
          </a:xfrm>
          <a:prstGeom prst="roundRect">
            <a:avLst/>
          </a:prstGeom>
          <a:solidFill>
            <a:srgbClr val="0070C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sp>
        <p:nvSpPr>
          <p:cNvPr id="6" name="矩形 14">
            <a:extLst>
              <a:ext uri="{FF2B5EF4-FFF2-40B4-BE49-F238E27FC236}">
                <a16:creationId xmlns:a16="http://schemas.microsoft.com/office/drawing/2014/main" id="{63EDE2B9-D446-4E37-8176-4CB633C884CA}"/>
              </a:ext>
            </a:extLst>
          </p:cNvPr>
          <p:cNvSpPr/>
          <p:nvPr/>
        </p:nvSpPr>
        <p:spPr>
          <a:xfrm>
            <a:off x="554504" y="2345414"/>
            <a:ext cx="2592266" cy="383829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marL="180000" indent="-1800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aaaaaaaaaaaaaaaaaaaaaaaaaaaaaaaaaaaaaaaaaaaaaaaa</a:t>
            </a:r>
            <a:endParaRPr lang="en-US" altLang="zh-CN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-1800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aaaaaaaaaaaaaaaaaaaaaaaa</a:t>
            </a:r>
          </a:p>
        </p:txBody>
      </p:sp>
      <p:sp>
        <p:nvSpPr>
          <p:cNvPr id="7" name="矩形 15">
            <a:extLst>
              <a:ext uri="{FF2B5EF4-FFF2-40B4-BE49-F238E27FC236}">
                <a16:creationId xmlns:a16="http://schemas.microsoft.com/office/drawing/2014/main" id="{14B347E4-F903-407F-8438-4335914B2C1F}"/>
              </a:ext>
            </a:extLst>
          </p:cNvPr>
          <p:cNvSpPr/>
          <p:nvPr/>
        </p:nvSpPr>
        <p:spPr>
          <a:xfrm>
            <a:off x="3418792" y="2345413"/>
            <a:ext cx="2592266" cy="25364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marL="180000" indent="-1800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aaaaaaaaaaaaaaaaaaaaaaaaaaaaaaaaaaaaaaaaaaaaaaaaaaaaaa</a:t>
            </a:r>
            <a:endParaRPr lang="en-US" altLang="zh-CN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6">
            <a:extLst>
              <a:ext uri="{FF2B5EF4-FFF2-40B4-BE49-F238E27FC236}">
                <a16:creationId xmlns:a16="http://schemas.microsoft.com/office/drawing/2014/main" id="{44E28FBE-F787-4CB3-8421-4196A8D77055}"/>
              </a:ext>
            </a:extLst>
          </p:cNvPr>
          <p:cNvSpPr/>
          <p:nvPr/>
        </p:nvSpPr>
        <p:spPr>
          <a:xfrm>
            <a:off x="6269183" y="2345412"/>
            <a:ext cx="2592266" cy="35335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marL="180000" indent="-1800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</a:t>
            </a:r>
            <a:endParaRPr lang="en-US" altLang="zh-CN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-1800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</a:t>
            </a:r>
            <a:endParaRPr lang="en-US" altLang="zh-CN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-1800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</a:t>
            </a:r>
            <a:endParaRPr lang="en-US" altLang="zh-CN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-1800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aaaaaaaaaaaaaaaaaa</a:t>
            </a:r>
          </a:p>
        </p:txBody>
      </p:sp>
      <p:sp>
        <p:nvSpPr>
          <p:cNvPr id="9" name="矩形 17">
            <a:extLst>
              <a:ext uri="{FF2B5EF4-FFF2-40B4-BE49-F238E27FC236}">
                <a16:creationId xmlns:a16="http://schemas.microsoft.com/office/drawing/2014/main" id="{97A385C1-70C5-405B-9394-13971570B041}"/>
              </a:ext>
            </a:extLst>
          </p:cNvPr>
          <p:cNvSpPr/>
          <p:nvPr/>
        </p:nvSpPr>
        <p:spPr>
          <a:xfrm>
            <a:off x="9137260" y="2345411"/>
            <a:ext cx="2592266" cy="34227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marL="180000" indent="-1800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aaaaaaaaaaaaaaaaaaaaaaaaaaaaaa</a:t>
            </a:r>
            <a:endParaRPr lang="en-US" altLang="zh-CN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-1800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aaaaaaaaaaaaaaaaaaaaaaaaaaaaaa</a:t>
            </a:r>
            <a:endParaRPr lang="en-US" altLang="zh-CN" kern="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21">
            <a:extLst>
              <a:ext uri="{FF2B5EF4-FFF2-40B4-BE49-F238E27FC236}">
                <a16:creationId xmlns:a16="http://schemas.microsoft.com/office/drawing/2014/main" id="{183F400E-FD24-42AA-82CE-B5F054A8B2B3}"/>
              </a:ext>
            </a:extLst>
          </p:cNvPr>
          <p:cNvSpPr/>
          <p:nvPr/>
        </p:nvSpPr>
        <p:spPr>
          <a:xfrm>
            <a:off x="1152000" y="288000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cxnSp>
        <p:nvCxnSpPr>
          <p:cNvPr id="11" name="直接连接符 362"/>
          <p:cNvCxnSpPr/>
          <p:nvPr/>
        </p:nvCxnSpPr>
        <p:spPr>
          <a:xfrm>
            <a:off x="6156745" y="1332132"/>
            <a:ext cx="0" cy="515747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364"/>
          <p:cNvCxnSpPr/>
          <p:nvPr/>
        </p:nvCxnSpPr>
        <p:spPr>
          <a:xfrm>
            <a:off x="3273104" y="1310865"/>
            <a:ext cx="0" cy="515747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929"/>
          <p:cNvCxnSpPr/>
          <p:nvPr/>
        </p:nvCxnSpPr>
        <p:spPr>
          <a:xfrm>
            <a:off x="8973887" y="1332131"/>
            <a:ext cx="0" cy="515747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椭圆 2">
            <a:extLst>
              <a:ext uri="{FF2B5EF4-FFF2-40B4-BE49-F238E27FC236}">
                <a16:creationId xmlns:a16="http://schemas.microsoft.com/office/drawing/2014/main" id="{5B429CBC-27EB-486C-9D9C-76E28353A4FC}"/>
              </a:ext>
            </a:extLst>
          </p:cNvPr>
          <p:cNvSpPr/>
          <p:nvPr/>
        </p:nvSpPr>
        <p:spPr>
          <a:xfrm>
            <a:off x="8540878" y="2060294"/>
            <a:ext cx="4899047" cy="4899047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椭圆 3">
            <a:extLst>
              <a:ext uri="{FF2B5EF4-FFF2-40B4-BE49-F238E27FC236}">
                <a16:creationId xmlns:a16="http://schemas.microsoft.com/office/drawing/2014/main" id="{39E7EF52-3365-415C-9854-EC3E3F97253E}"/>
              </a:ext>
            </a:extLst>
          </p:cNvPr>
          <p:cNvSpPr/>
          <p:nvPr/>
        </p:nvSpPr>
        <p:spPr>
          <a:xfrm>
            <a:off x="8075444" y="1174831"/>
            <a:ext cx="3453795" cy="3453795"/>
          </a:xfrm>
          <a:prstGeom prst="ellipse">
            <a:avLst/>
          </a:prstGeom>
          <a:solidFill>
            <a:srgbClr val="005E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椭圆 4">
            <a:extLst>
              <a:ext uri="{FF2B5EF4-FFF2-40B4-BE49-F238E27FC236}">
                <a16:creationId xmlns:a16="http://schemas.microsoft.com/office/drawing/2014/main" id="{9B312BDA-F934-4878-9E78-08F1B1592AC7}"/>
              </a:ext>
            </a:extLst>
          </p:cNvPr>
          <p:cNvSpPr/>
          <p:nvPr/>
        </p:nvSpPr>
        <p:spPr>
          <a:xfrm>
            <a:off x="10959987" y="4479403"/>
            <a:ext cx="2327538" cy="2327538"/>
          </a:xfrm>
          <a:prstGeom prst="ellipse">
            <a:avLst/>
          </a:prstGeom>
          <a:solidFill>
            <a:srgbClr val="039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椭圆 6">
            <a:extLst>
              <a:ext uri="{FF2B5EF4-FFF2-40B4-BE49-F238E27FC236}">
                <a16:creationId xmlns:a16="http://schemas.microsoft.com/office/drawing/2014/main" id="{DF78BA97-E19F-441B-9CD5-5203BDFE1878}"/>
              </a:ext>
            </a:extLst>
          </p:cNvPr>
          <p:cNvSpPr/>
          <p:nvPr/>
        </p:nvSpPr>
        <p:spPr>
          <a:xfrm>
            <a:off x="7992567" y="1639577"/>
            <a:ext cx="659180" cy="659180"/>
          </a:xfrm>
          <a:prstGeom prst="ellipse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椭圆 8">
            <a:extLst>
              <a:ext uri="{FF2B5EF4-FFF2-40B4-BE49-F238E27FC236}">
                <a16:creationId xmlns:a16="http://schemas.microsoft.com/office/drawing/2014/main" id="{6434FD38-2E0F-4742-8747-DB3110DDDEC3}"/>
              </a:ext>
            </a:extLst>
          </p:cNvPr>
          <p:cNvSpPr/>
          <p:nvPr/>
        </p:nvSpPr>
        <p:spPr>
          <a:xfrm>
            <a:off x="10990234" y="549683"/>
            <a:ext cx="1133522" cy="1133522"/>
          </a:xfrm>
          <a:prstGeom prst="ellipse">
            <a:avLst/>
          </a:prstGeom>
          <a:solidFill>
            <a:srgbClr val="89DF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椭圆 10">
            <a:extLst>
              <a:ext uri="{FF2B5EF4-FFF2-40B4-BE49-F238E27FC236}">
                <a16:creationId xmlns:a16="http://schemas.microsoft.com/office/drawing/2014/main" id="{07F1CF30-DF90-4D65-9CD1-E4EEAB9FA0C9}"/>
              </a:ext>
            </a:extLst>
          </p:cNvPr>
          <p:cNvSpPr/>
          <p:nvPr/>
        </p:nvSpPr>
        <p:spPr>
          <a:xfrm>
            <a:off x="11436490" y="4001745"/>
            <a:ext cx="955315" cy="955315"/>
          </a:xfrm>
          <a:prstGeom prst="ellipse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certification_176902">
            <a:extLst>
              <a:ext uri="{FF2B5EF4-FFF2-40B4-BE49-F238E27FC236}">
                <a16:creationId xmlns:a16="http://schemas.microsoft.com/office/drawing/2014/main" id="{4C0E1001-62A9-4919-A84B-5E83345A9B38}"/>
              </a:ext>
            </a:extLst>
          </p:cNvPr>
          <p:cNvSpPr>
            <a:spLocks noChangeAspect="1"/>
          </p:cNvSpPr>
          <p:nvPr/>
        </p:nvSpPr>
        <p:spPr bwMode="auto">
          <a:xfrm>
            <a:off x="9234239" y="2413012"/>
            <a:ext cx="1192187" cy="1064150"/>
          </a:xfrm>
          <a:custGeom>
            <a:avLst/>
            <a:gdLst>
              <a:gd name="connsiteX0" fmla="*/ 492538 w 606542"/>
              <a:gd name="connsiteY0" fmla="*/ 451854 h 541402"/>
              <a:gd name="connsiteX1" fmla="*/ 492538 w 606542"/>
              <a:gd name="connsiteY1" fmla="*/ 490671 h 541402"/>
              <a:gd name="connsiteX2" fmla="*/ 512579 w 606542"/>
              <a:gd name="connsiteY2" fmla="*/ 470656 h 541402"/>
              <a:gd name="connsiteX3" fmla="*/ 533532 w 606542"/>
              <a:gd name="connsiteY3" fmla="*/ 470656 h 541402"/>
              <a:gd name="connsiteX4" fmla="*/ 553725 w 606542"/>
              <a:gd name="connsiteY4" fmla="*/ 490671 h 541402"/>
              <a:gd name="connsiteX5" fmla="*/ 553725 w 606542"/>
              <a:gd name="connsiteY5" fmla="*/ 451854 h 541402"/>
              <a:gd name="connsiteX6" fmla="*/ 492538 w 606542"/>
              <a:gd name="connsiteY6" fmla="*/ 451854 h 541402"/>
              <a:gd name="connsiteX7" fmla="*/ 523056 w 606542"/>
              <a:gd name="connsiteY7" fmla="*/ 320846 h 541402"/>
              <a:gd name="connsiteX8" fmla="*/ 469460 w 606542"/>
              <a:gd name="connsiteY8" fmla="*/ 374371 h 541402"/>
              <a:gd name="connsiteX9" fmla="*/ 523056 w 606542"/>
              <a:gd name="connsiteY9" fmla="*/ 428048 h 541402"/>
              <a:gd name="connsiteX10" fmla="*/ 576804 w 606542"/>
              <a:gd name="connsiteY10" fmla="*/ 374371 h 541402"/>
              <a:gd name="connsiteX11" fmla="*/ 523056 w 606542"/>
              <a:gd name="connsiteY11" fmla="*/ 320846 h 541402"/>
              <a:gd name="connsiteX12" fmla="*/ 87139 w 606542"/>
              <a:gd name="connsiteY12" fmla="*/ 317968 h 541402"/>
              <a:gd name="connsiteX13" fmla="*/ 399762 w 606542"/>
              <a:gd name="connsiteY13" fmla="*/ 317968 h 541402"/>
              <a:gd name="connsiteX14" fmla="*/ 414642 w 606542"/>
              <a:gd name="connsiteY14" fmla="*/ 332822 h 541402"/>
              <a:gd name="connsiteX15" fmla="*/ 399762 w 606542"/>
              <a:gd name="connsiteY15" fmla="*/ 347676 h 541402"/>
              <a:gd name="connsiteX16" fmla="*/ 87139 w 606542"/>
              <a:gd name="connsiteY16" fmla="*/ 347676 h 541402"/>
              <a:gd name="connsiteX17" fmla="*/ 72259 w 606542"/>
              <a:gd name="connsiteY17" fmla="*/ 332822 h 541402"/>
              <a:gd name="connsiteX18" fmla="*/ 87139 w 606542"/>
              <a:gd name="connsiteY18" fmla="*/ 317968 h 541402"/>
              <a:gd name="connsiteX19" fmla="*/ 87138 w 606542"/>
              <a:gd name="connsiteY19" fmla="*/ 250366 h 541402"/>
              <a:gd name="connsiteX20" fmla="*/ 491922 w 606542"/>
              <a:gd name="connsiteY20" fmla="*/ 250366 h 541402"/>
              <a:gd name="connsiteX21" fmla="*/ 506801 w 606542"/>
              <a:gd name="connsiteY21" fmla="*/ 265220 h 541402"/>
              <a:gd name="connsiteX22" fmla="*/ 491922 w 606542"/>
              <a:gd name="connsiteY22" fmla="*/ 280074 h 541402"/>
              <a:gd name="connsiteX23" fmla="*/ 87138 w 606542"/>
              <a:gd name="connsiteY23" fmla="*/ 280074 h 541402"/>
              <a:gd name="connsiteX24" fmla="*/ 72259 w 606542"/>
              <a:gd name="connsiteY24" fmla="*/ 265220 h 541402"/>
              <a:gd name="connsiteX25" fmla="*/ 87138 w 606542"/>
              <a:gd name="connsiteY25" fmla="*/ 250366 h 541402"/>
              <a:gd name="connsiteX26" fmla="*/ 206946 w 606542"/>
              <a:gd name="connsiteY26" fmla="*/ 102245 h 541402"/>
              <a:gd name="connsiteX27" fmla="*/ 206946 w 606542"/>
              <a:gd name="connsiteY27" fmla="*/ 173171 h 541402"/>
              <a:gd name="connsiteX28" fmla="*/ 371973 w 606542"/>
              <a:gd name="connsiteY28" fmla="*/ 173171 h 541402"/>
              <a:gd name="connsiteX29" fmla="*/ 371973 w 606542"/>
              <a:gd name="connsiteY29" fmla="*/ 102245 h 541402"/>
              <a:gd name="connsiteX30" fmla="*/ 192068 w 606542"/>
              <a:gd name="connsiteY30" fmla="*/ 72541 h 541402"/>
              <a:gd name="connsiteX31" fmla="*/ 386851 w 606542"/>
              <a:gd name="connsiteY31" fmla="*/ 72541 h 541402"/>
              <a:gd name="connsiteX32" fmla="*/ 401729 w 606542"/>
              <a:gd name="connsiteY32" fmla="*/ 87393 h 541402"/>
              <a:gd name="connsiteX33" fmla="*/ 401729 w 606542"/>
              <a:gd name="connsiteY33" fmla="*/ 188023 h 541402"/>
              <a:gd name="connsiteX34" fmla="*/ 386851 w 606542"/>
              <a:gd name="connsiteY34" fmla="*/ 202875 h 541402"/>
              <a:gd name="connsiteX35" fmla="*/ 192068 w 606542"/>
              <a:gd name="connsiteY35" fmla="*/ 202875 h 541402"/>
              <a:gd name="connsiteX36" fmla="*/ 177190 w 606542"/>
              <a:gd name="connsiteY36" fmla="*/ 188023 h 541402"/>
              <a:gd name="connsiteX37" fmla="*/ 177190 w 606542"/>
              <a:gd name="connsiteY37" fmla="*/ 87393 h 541402"/>
              <a:gd name="connsiteX38" fmla="*/ 192068 w 606542"/>
              <a:gd name="connsiteY38" fmla="*/ 72541 h 541402"/>
              <a:gd name="connsiteX39" fmla="*/ 29759 w 606542"/>
              <a:gd name="connsiteY39" fmla="*/ 29719 h 541402"/>
              <a:gd name="connsiteX40" fmla="*/ 29759 w 606542"/>
              <a:gd name="connsiteY40" fmla="*/ 393931 h 541402"/>
              <a:gd name="connsiteX41" fmla="*/ 441978 w 606542"/>
              <a:gd name="connsiteY41" fmla="*/ 393931 h 541402"/>
              <a:gd name="connsiteX42" fmla="*/ 549170 w 606542"/>
              <a:gd name="connsiteY42" fmla="*/ 295221 h 541402"/>
              <a:gd name="connsiteX43" fmla="*/ 549170 w 606542"/>
              <a:gd name="connsiteY43" fmla="*/ 29719 h 541402"/>
              <a:gd name="connsiteX44" fmla="*/ 14879 w 606542"/>
              <a:gd name="connsiteY44" fmla="*/ 0 h 541402"/>
              <a:gd name="connsiteX45" fmla="*/ 564050 w 606542"/>
              <a:gd name="connsiteY45" fmla="*/ 0 h 541402"/>
              <a:gd name="connsiteX46" fmla="*/ 578929 w 606542"/>
              <a:gd name="connsiteY46" fmla="*/ 14860 h 541402"/>
              <a:gd name="connsiteX47" fmla="*/ 578929 w 606542"/>
              <a:gd name="connsiteY47" fmla="*/ 312658 h 541402"/>
              <a:gd name="connsiteX48" fmla="*/ 583484 w 606542"/>
              <a:gd name="connsiteY48" fmla="*/ 431839 h 541402"/>
              <a:gd name="connsiteX49" fmla="*/ 583484 w 606542"/>
              <a:gd name="connsiteY49" fmla="*/ 526606 h 541402"/>
              <a:gd name="connsiteX50" fmla="*/ 558128 w 606542"/>
              <a:gd name="connsiteY50" fmla="*/ 537069 h 541402"/>
              <a:gd name="connsiteX51" fmla="*/ 523056 w 606542"/>
              <a:gd name="connsiteY51" fmla="*/ 502194 h 541402"/>
              <a:gd name="connsiteX52" fmla="*/ 488135 w 606542"/>
              <a:gd name="connsiteY52" fmla="*/ 537069 h 541402"/>
              <a:gd name="connsiteX53" fmla="*/ 462779 w 606542"/>
              <a:gd name="connsiteY53" fmla="*/ 526606 h 541402"/>
              <a:gd name="connsiteX54" fmla="*/ 462779 w 606542"/>
              <a:gd name="connsiteY54" fmla="*/ 431839 h 541402"/>
              <a:gd name="connsiteX55" fmla="*/ 455795 w 606542"/>
              <a:gd name="connsiteY55" fmla="*/ 423651 h 541402"/>
              <a:gd name="connsiteX56" fmla="*/ 14879 w 606542"/>
              <a:gd name="connsiteY56" fmla="*/ 423651 h 541402"/>
              <a:gd name="connsiteX57" fmla="*/ 0 w 606542"/>
              <a:gd name="connsiteY57" fmla="*/ 408791 h 541402"/>
              <a:gd name="connsiteX58" fmla="*/ 0 w 606542"/>
              <a:gd name="connsiteY58" fmla="*/ 14860 h 541402"/>
              <a:gd name="connsiteX59" fmla="*/ 14879 w 606542"/>
              <a:gd name="connsiteY59" fmla="*/ 0 h 54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06542" h="541402">
                <a:moveTo>
                  <a:pt x="492538" y="451854"/>
                </a:moveTo>
                <a:lnTo>
                  <a:pt x="492538" y="490671"/>
                </a:lnTo>
                <a:lnTo>
                  <a:pt x="512579" y="470656"/>
                </a:lnTo>
                <a:cubicBezTo>
                  <a:pt x="518349" y="464742"/>
                  <a:pt x="527762" y="464742"/>
                  <a:pt x="533532" y="470656"/>
                </a:cubicBezTo>
                <a:lnTo>
                  <a:pt x="553725" y="490671"/>
                </a:lnTo>
                <a:lnTo>
                  <a:pt x="553725" y="451854"/>
                </a:lnTo>
                <a:cubicBezTo>
                  <a:pt x="534139" y="459587"/>
                  <a:pt x="511972" y="459587"/>
                  <a:pt x="492538" y="451854"/>
                </a:cubicBezTo>
                <a:close/>
                <a:moveTo>
                  <a:pt x="523056" y="320846"/>
                </a:moveTo>
                <a:cubicBezTo>
                  <a:pt x="493449" y="320846"/>
                  <a:pt x="469460" y="344955"/>
                  <a:pt x="469460" y="374371"/>
                </a:cubicBezTo>
                <a:cubicBezTo>
                  <a:pt x="469460" y="403787"/>
                  <a:pt x="493297" y="428048"/>
                  <a:pt x="523056" y="428048"/>
                </a:cubicBezTo>
                <a:cubicBezTo>
                  <a:pt x="552663" y="428048"/>
                  <a:pt x="576804" y="404091"/>
                  <a:pt x="576804" y="374371"/>
                </a:cubicBezTo>
                <a:cubicBezTo>
                  <a:pt x="576804" y="344955"/>
                  <a:pt x="552663" y="320846"/>
                  <a:pt x="523056" y="320846"/>
                </a:cubicBezTo>
                <a:close/>
                <a:moveTo>
                  <a:pt x="87139" y="317968"/>
                </a:moveTo>
                <a:lnTo>
                  <a:pt x="399762" y="317968"/>
                </a:lnTo>
                <a:cubicBezTo>
                  <a:pt x="407961" y="317968"/>
                  <a:pt x="414642" y="324637"/>
                  <a:pt x="414642" y="332822"/>
                </a:cubicBezTo>
                <a:cubicBezTo>
                  <a:pt x="414642" y="341007"/>
                  <a:pt x="407961" y="347676"/>
                  <a:pt x="399762" y="347676"/>
                </a:cubicBezTo>
                <a:lnTo>
                  <a:pt x="87139" y="347676"/>
                </a:lnTo>
                <a:cubicBezTo>
                  <a:pt x="78788" y="347676"/>
                  <a:pt x="72259" y="341007"/>
                  <a:pt x="72259" y="332822"/>
                </a:cubicBezTo>
                <a:cubicBezTo>
                  <a:pt x="72259" y="324637"/>
                  <a:pt x="78788" y="317968"/>
                  <a:pt x="87139" y="317968"/>
                </a:cubicBezTo>
                <a:close/>
                <a:moveTo>
                  <a:pt x="87138" y="250366"/>
                </a:moveTo>
                <a:lnTo>
                  <a:pt x="491922" y="250366"/>
                </a:lnTo>
                <a:cubicBezTo>
                  <a:pt x="500120" y="250366"/>
                  <a:pt x="506801" y="257035"/>
                  <a:pt x="506801" y="265220"/>
                </a:cubicBezTo>
                <a:cubicBezTo>
                  <a:pt x="506801" y="273405"/>
                  <a:pt x="500120" y="280074"/>
                  <a:pt x="491922" y="280074"/>
                </a:cubicBezTo>
                <a:lnTo>
                  <a:pt x="87138" y="280074"/>
                </a:lnTo>
                <a:cubicBezTo>
                  <a:pt x="78788" y="280074"/>
                  <a:pt x="72259" y="273405"/>
                  <a:pt x="72259" y="265220"/>
                </a:cubicBezTo>
                <a:cubicBezTo>
                  <a:pt x="72259" y="257035"/>
                  <a:pt x="78788" y="250366"/>
                  <a:pt x="87138" y="250366"/>
                </a:cubicBezTo>
                <a:close/>
                <a:moveTo>
                  <a:pt x="206946" y="102245"/>
                </a:moveTo>
                <a:lnTo>
                  <a:pt x="206946" y="173171"/>
                </a:lnTo>
                <a:lnTo>
                  <a:pt x="371973" y="173171"/>
                </a:lnTo>
                <a:lnTo>
                  <a:pt x="371973" y="102245"/>
                </a:lnTo>
                <a:close/>
                <a:moveTo>
                  <a:pt x="192068" y="72541"/>
                </a:moveTo>
                <a:lnTo>
                  <a:pt x="386851" y="72541"/>
                </a:lnTo>
                <a:cubicBezTo>
                  <a:pt x="395049" y="72541"/>
                  <a:pt x="401729" y="79210"/>
                  <a:pt x="401729" y="87393"/>
                </a:cubicBezTo>
                <a:lnTo>
                  <a:pt x="401729" y="188023"/>
                </a:lnTo>
                <a:cubicBezTo>
                  <a:pt x="401729" y="196207"/>
                  <a:pt x="395049" y="202875"/>
                  <a:pt x="386851" y="202875"/>
                </a:cubicBezTo>
                <a:lnTo>
                  <a:pt x="192068" y="202875"/>
                </a:lnTo>
                <a:cubicBezTo>
                  <a:pt x="183870" y="202875"/>
                  <a:pt x="177190" y="196207"/>
                  <a:pt x="177190" y="188023"/>
                </a:cubicBezTo>
                <a:lnTo>
                  <a:pt x="177190" y="87393"/>
                </a:lnTo>
                <a:cubicBezTo>
                  <a:pt x="177190" y="79210"/>
                  <a:pt x="183870" y="72541"/>
                  <a:pt x="192068" y="72541"/>
                </a:cubicBezTo>
                <a:close/>
                <a:moveTo>
                  <a:pt x="29759" y="29719"/>
                </a:moveTo>
                <a:lnTo>
                  <a:pt x="29759" y="393931"/>
                </a:lnTo>
                <a:lnTo>
                  <a:pt x="441978" y="393931"/>
                </a:lnTo>
                <a:cubicBezTo>
                  <a:pt x="426643" y="330399"/>
                  <a:pt x="487527" y="274903"/>
                  <a:pt x="549170" y="295221"/>
                </a:cubicBezTo>
                <a:lnTo>
                  <a:pt x="549170" y="29719"/>
                </a:lnTo>
                <a:close/>
                <a:moveTo>
                  <a:pt x="14879" y="0"/>
                </a:moveTo>
                <a:lnTo>
                  <a:pt x="564050" y="0"/>
                </a:lnTo>
                <a:cubicBezTo>
                  <a:pt x="572249" y="0"/>
                  <a:pt x="578929" y="6672"/>
                  <a:pt x="578929" y="14860"/>
                </a:cubicBezTo>
                <a:lnTo>
                  <a:pt x="578929" y="312658"/>
                </a:lnTo>
                <a:cubicBezTo>
                  <a:pt x="614002" y="344197"/>
                  <a:pt x="615824" y="397874"/>
                  <a:pt x="583484" y="431839"/>
                </a:cubicBezTo>
                <a:lnTo>
                  <a:pt x="583484" y="526606"/>
                </a:lnTo>
                <a:cubicBezTo>
                  <a:pt x="583484" y="539798"/>
                  <a:pt x="567390" y="546318"/>
                  <a:pt x="558128" y="537069"/>
                </a:cubicBezTo>
                <a:lnTo>
                  <a:pt x="523056" y="502194"/>
                </a:lnTo>
                <a:lnTo>
                  <a:pt x="488135" y="537069"/>
                </a:lnTo>
                <a:cubicBezTo>
                  <a:pt x="478873" y="546318"/>
                  <a:pt x="462779" y="539798"/>
                  <a:pt x="462779" y="526606"/>
                </a:cubicBezTo>
                <a:lnTo>
                  <a:pt x="462779" y="431839"/>
                </a:lnTo>
                <a:cubicBezTo>
                  <a:pt x="460198" y="429261"/>
                  <a:pt x="457920" y="426532"/>
                  <a:pt x="455795" y="423651"/>
                </a:cubicBezTo>
                <a:lnTo>
                  <a:pt x="14879" y="423651"/>
                </a:lnTo>
                <a:cubicBezTo>
                  <a:pt x="6681" y="423651"/>
                  <a:pt x="0" y="416979"/>
                  <a:pt x="0" y="408791"/>
                </a:cubicBezTo>
                <a:lnTo>
                  <a:pt x="0" y="14860"/>
                </a:lnTo>
                <a:cubicBezTo>
                  <a:pt x="0" y="6672"/>
                  <a:pt x="6681" y="0"/>
                  <a:pt x="148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  <p:sp>
        <p:nvSpPr>
          <p:cNvPr id="9" name="矩形 9">
            <a:extLst>
              <a:ext uri="{FF2B5EF4-FFF2-40B4-BE49-F238E27FC236}">
                <a16:creationId xmlns:a16="http://schemas.microsoft.com/office/drawing/2014/main" id="{9524D55B-7FB9-4C4C-93DD-07EF12A5624D}"/>
              </a:ext>
            </a:extLst>
          </p:cNvPr>
          <p:cNvSpPr/>
          <p:nvPr/>
        </p:nvSpPr>
        <p:spPr>
          <a:xfrm>
            <a:off x="1152000" y="288000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pic>
        <p:nvPicPr>
          <p:cNvPr id="10" name="图片 12" descr="pic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033" y="3640885"/>
            <a:ext cx="1740771" cy="1737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PPT" descr="pic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39" y="1602602"/>
            <a:ext cx="11308818" cy="4743957"/>
          </a:xfrm>
          <a:prstGeom prst="rect">
            <a:avLst/>
          </a:prstGeom>
        </p:spPr>
      </p:pic>
      <p:sp>
        <p:nvSpPr>
          <p:cNvPr id="3" name="KOPPT">
            <a:extLst>
              <a:ext uri="{FF2B5EF4-FFF2-40B4-BE49-F238E27FC236}">
                <a16:creationId xmlns:a16="http://schemas.microsoft.com/office/drawing/2014/main" id="{065C3DB0-B17D-4EE4-B63C-961B4E010BD3}"/>
              </a:ext>
            </a:extLst>
          </p:cNvPr>
          <p:cNvSpPr/>
          <p:nvPr/>
        </p:nvSpPr>
        <p:spPr>
          <a:xfrm>
            <a:off x="382554" y="1602602"/>
            <a:ext cx="11308703" cy="4743957"/>
          </a:xfrm>
          <a:prstGeom prst="rect">
            <a:avLst/>
          </a:prstGeom>
          <a:solidFill>
            <a:srgbClr val="005EA4">
              <a:lumMod val="75000"/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思源黑体 CN Normal"/>
              <a:cs typeface="+mn-cs"/>
            </a:endParaRPr>
          </a:p>
        </p:txBody>
      </p:sp>
      <p:sp>
        <p:nvSpPr>
          <p:cNvPr id="4" name="KOPPT">
            <a:extLst>
              <a:ext uri="{FF2B5EF4-FFF2-40B4-BE49-F238E27FC236}">
                <a16:creationId xmlns:a16="http://schemas.microsoft.com/office/drawing/2014/main" id="{3EF8D65D-4BEF-44FE-B78A-CC928144D907}"/>
              </a:ext>
            </a:extLst>
          </p:cNvPr>
          <p:cNvSpPr/>
          <p:nvPr/>
        </p:nvSpPr>
        <p:spPr>
          <a:xfrm>
            <a:off x="867926" y="1268961"/>
            <a:ext cx="4029955" cy="5411237"/>
          </a:xfrm>
          <a:prstGeom prst="rect">
            <a:avLst/>
          </a:prstGeom>
          <a:solidFill>
            <a:srgbClr val="039ACF"/>
          </a:solidFill>
          <a:ln w="12700" cap="flat" cmpd="sng" algn="ctr">
            <a:noFill/>
            <a:prstDash val="solid"/>
            <a:miter lim="800000"/>
          </a:ln>
          <a:effectLst>
            <a:outerShdw blurRad="635000" dist="190500" dir="8100000" algn="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思源黑体 CN Normal"/>
              <a:cs typeface="+mn-cs"/>
            </a:endParaRPr>
          </a:p>
        </p:txBody>
      </p:sp>
      <p:sp>
        <p:nvSpPr>
          <p:cNvPr id="5" name="文本框 11">
            <a:extLst>
              <a:ext uri="{FF2B5EF4-FFF2-40B4-BE49-F238E27FC236}">
                <a16:creationId xmlns:a16="http://schemas.microsoft.com/office/drawing/2014/main" id="{41580FE0-2E63-4982-BEFD-669673E089FC}"/>
              </a:ext>
            </a:extLst>
          </p:cNvPr>
          <p:cNvSpPr txBox="1"/>
          <p:nvPr/>
        </p:nvSpPr>
        <p:spPr>
          <a:xfrm>
            <a:off x="1179121" y="2893962"/>
            <a:ext cx="3407563" cy="2063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algn="just">
              <a:lnSpc>
                <a:spcPct val="150000"/>
              </a:lnSpc>
              <a:defRPr/>
            </a:pPr>
            <a:r>
              <a:rPr lang="zh-CN" altLang="en-US" sz="22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aaaaaaaaaaaaaaaaaaaaaaaaaaaaaaaaaaaaaaaaaa</a:t>
            </a:r>
            <a:endParaRPr lang="zh-CN" altLang="en-US" sz="22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14">
            <a:extLst>
              <a:ext uri="{FF2B5EF4-FFF2-40B4-BE49-F238E27FC236}">
                <a16:creationId xmlns:a16="http://schemas.microsoft.com/office/drawing/2014/main" id="{B80DF6FB-8E5C-4241-8998-E618A91D02A0}"/>
              </a:ext>
            </a:extLst>
          </p:cNvPr>
          <p:cNvSpPr/>
          <p:nvPr/>
        </p:nvSpPr>
        <p:spPr>
          <a:xfrm>
            <a:off x="5414874" y="1955044"/>
            <a:ext cx="5759389" cy="223003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indent="432000">
              <a:lnSpc>
                <a:spcPct val="200000"/>
              </a:lnSpc>
              <a:defRPr/>
            </a:pPr>
            <a:r>
              <a:rPr lang="zh-CN" altLang="en-US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aaaaaaaaaaaaaaaaaaaaaaaaaaaaaaaaaaaaaaaaaa</a:t>
            </a:r>
          </a:p>
          <a:p>
            <a:pPr indent="432000">
              <a:lnSpc>
                <a:spcPct val="200000"/>
              </a:lnSpc>
              <a:defRPr/>
            </a:pPr>
            <a:r>
              <a:rPr lang="zh-CN" altLang="en-US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aaaaaaaaaaaaaaaaaaaaaaaaaaaaaaaaaaaaaaaaaa</a:t>
            </a:r>
          </a:p>
        </p:txBody>
      </p:sp>
      <p:sp>
        <p:nvSpPr>
          <p:cNvPr id="7" name="矩形 15">
            <a:extLst>
              <a:ext uri="{FF2B5EF4-FFF2-40B4-BE49-F238E27FC236}">
                <a16:creationId xmlns:a16="http://schemas.microsoft.com/office/drawing/2014/main" id="{88CA9661-9B27-42A2-B15F-F90B23DC9DA6}"/>
              </a:ext>
            </a:extLst>
          </p:cNvPr>
          <p:cNvSpPr/>
          <p:nvPr/>
        </p:nvSpPr>
        <p:spPr>
          <a:xfrm>
            <a:off x="1152000" y="288000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sp>
        <p:nvSpPr>
          <p:cNvPr id="8" name="KSO_Shape">
            <a:extLst>
              <a:ext uri="{FF2B5EF4-FFF2-40B4-BE49-F238E27FC236}">
                <a16:creationId xmlns:a16="http://schemas.microsoft.com/office/drawing/2014/main" id="{DAF0677B-E4E0-45AC-89FB-DB7C77677A59}"/>
              </a:ext>
            </a:extLst>
          </p:cNvPr>
          <p:cNvSpPr>
            <a:spLocks/>
          </p:cNvSpPr>
          <p:nvPr/>
        </p:nvSpPr>
        <p:spPr bwMode="auto">
          <a:xfrm>
            <a:off x="5596245" y="4795476"/>
            <a:ext cx="730667" cy="823859"/>
          </a:xfrm>
          <a:custGeom>
            <a:avLst/>
            <a:gdLst>
              <a:gd name="T0" fmla="*/ 1437758 w 3678"/>
              <a:gd name="T1" fmla="*/ 791596 h 4570"/>
              <a:gd name="T2" fmla="*/ 1392268 w 3678"/>
              <a:gd name="T3" fmla="*/ 779508 h 4570"/>
              <a:gd name="T4" fmla="*/ 1360132 w 3678"/>
              <a:gd name="T5" fmla="*/ 782842 h 4570"/>
              <a:gd name="T6" fmla="*/ 1344690 w 3678"/>
              <a:gd name="T7" fmla="*/ 782426 h 4570"/>
              <a:gd name="T8" fmla="*/ 1354289 w 3678"/>
              <a:gd name="T9" fmla="*/ 716147 h 4570"/>
              <a:gd name="T10" fmla="*/ 1343021 w 3678"/>
              <a:gd name="T11" fmla="*/ 671544 h 4570"/>
              <a:gd name="T12" fmla="*/ 1317980 w 3678"/>
              <a:gd name="T13" fmla="*/ 640697 h 4570"/>
              <a:gd name="T14" fmla="*/ 1272906 w 3678"/>
              <a:gd name="T15" fmla="*/ 614852 h 4570"/>
              <a:gd name="T16" fmla="*/ 1216982 w 3678"/>
              <a:gd name="T17" fmla="*/ 599012 h 4570"/>
              <a:gd name="T18" fmla="*/ 1162727 w 3678"/>
              <a:gd name="T19" fmla="*/ 595260 h 4570"/>
              <a:gd name="T20" fmla="*/ 1107637 w 3678"/>
              <a:gd name="T21" fmla="*/ 613185 h 4570"/>
              <a:gd name="T22" fmla="*/ 1073415 w 3678"/>
              <a:gd name="T23" fmla="*/ 657371 h 4570"/>
              <a:gd name="T24" fmla="*/ 1060060 w 3678"/>
              <a:gd name="T25" fmla="*/ 611101 h 4570"/>
              <a:gd name="T26" fmla="*/ 1053800 w 3678"/>
              <a:gd name="T27" fmla="*/ 578586 h 4570"/>
              <a:gd name="T28" fmla="*/ 1026672 w 3678"/>
              <a:gd name="T29" fmla="*/ 537318 h 4570"/>
              <a:gd name="T30" fmla="*/ 996623 w 3678"/>
              <a:gd name="T31" fmla="*/ 518977 h 4570"/>
              <a:gd name="T32" fmla="*/ 951967 w 3678"/>
              <a:gd name="T33" fmla="*/ 508973 h 4570"/>
              <a:gd name="T34" fmla="*/ 906894 w 3678"/>
              <a:gd name="T35" fmla="*/ 508973 h 4570"/>
              <a:gd name="T36" fmla="*/ 846378 w 3678"/>
              <a:gd name="T37" fmla="*/ 521478 h 4570"/>
              <a:gd name="T38" fmla="*/ 806313 w 3678"/>
              <a:gd name="T39" fmla="*/ 542321 h 4570"/>
              <a:gd name="T40" fmla="*/ 781690 w 3678"/>
              <a:gd name="T41" fmla="*/ 569416 h 4570"/>
              <a:gd name="T42" fmla="*/ 767917 w 3678"/>
              <a:gd name="T43" fmla="*/ 616937 h 4570"/>
              <a:gd name="T44" fmla="*/ 764996 w 3678"/>
              <a:gd name="T45" fmla="*/ 655287 h 4570"/>
              <a:gd name="T46" fmla="*/ 754980 w 3678"/>
              <a:gd name="T47" fmla="*/ 669876 h 4570"/>
              <a:gd name="T48" fmla="*/ 751223 w 3678"/>
              <a:gd name="T49" fmla="*/ 125888 h 4570"/>
              <a:gd name="T50" fmla="*/ 739538 w 3678"/>
              <a:gd name="T51" fmla="*/ 85454 h 4570"/>
              <a:gd name="T52" fmla="*/ 717836 w 3678"/>
              <a:gd name="T53" fmla="*/ 50856 h 4570"/>
              <a:gd name="T54" fmla="*/ 686952 w 3678"/>
              <a:gd name="T55" fmla="*/ 23344 h 4570"/>
              <a:gd name="T56" fmla="*/ 648974 w 3678"/>
              <a:gd name="T57" fmla="*/ 5836 h 4570"/>
              <a:gd name="T58" fmla="*/ 605987 w 3678"/>
              <a:gd name="T59" fmla="*/ 0 h 4570"/>
              <a:gd name="T60" fmla="*/ 579277 w 3678"/>
              <a:gd name="T61" fmla="*/ 2501 h 4570"/>
              <a:gd name="T62" fmla="*/ 539212 w 3678"/>
              <a:gd name="T63" fmla="*/ 16257 h 4570"/>
              <a:gd name="T64" fmla="*/ 504154 w 3678"/>
              <a:gd name="T65" fmla="*/ 40851 h 4570"/>
              <a:gd name="T66" fmla="*/ 482035 w 3678"/>
              <a:gd name="T67" fmla="*/ 69197 h 4570"/>
              <a:gd name="T68" fmla="*/ 464924 w 3678"/>
              <a:gd name="T69" fmla="*/ 107964 h 4570"/>
              <a:gd name="T70" fmla="*/ 459916 w 3678"/>
              <a:gd name="T71" fmla="*/ 150482 h 4570"/>
              <a:gd name="T72" fmla="*/ 462420 w 3678"/>
              <a:gd name="T73" fmla="*/ 1016278 h 4570"/>
              <a:gd name="T74" fmla="*/ 449482 w 3678"/>
              <a:gd name="T75" fmla="*/ 1108402 h 4570"/>
              <a:gd name="T76" fmla="*/ 230375 w 3678"/>
              <a:gd name="T77" fmla="*/ 945414 h 4570"/>
              <a:gd name="T78" fmla="*/ 159426 w 3678"/>
              <a:gd name="T79" fmla="*/ 919569 h 4570"/>
              <a:gd name="T80" fmla="*/ 114770 w 3678"/>
              <a:gd name="T81" fmla="*/ 922487 h 4570"/>
              <a:gd name="T82" fmla="*/ 70949 w 3678"/>
              <a:gd name="T83" fmla="*/ 939995 h 4570"/>
              <a:gd name="T84" fmla="*/ 34640 w 3678"/>
              <a:gd name="T85" fmla="*/ 970841 h 4570"/>
              <a:gd name="T86" fmla="*/ 15024 w 3678"/>
              <a:gd name="T87" fmla="*/ 1001271 h 4570"/>
              <a:gd name="T88" fmla="*/ 2087 w 3678"/>
              <a:gd name="T89" fmla="*/ 1041706 h 4570"/>
              <a:gd name="T90" fmla="*/ 417 w 3678"/>
              <a:gd name="T91" fmla="*/ 1077555 h 4570"/>
              <a:gd name="T92" fmla="*/ 10434 w 3678"/>
              <a:gd name="T93" fmla="*/ 1119240 h 4570"/>
              <a:gd name="T94" fmla="*/ 31718 w 3678"/>
              <a:gd name="T95" fmla="*/ 1156756 h 4570"/>
              <a:gd name="T96" fmla="*/ 395644 w 3678"/>
              <a:gd name="T97" fmla="*/ 1467309 h 4570"/>
              <a:gd name="T98" fmla="*/ 487043 w 3678"/>
              <a:gd name="T99" fmla="*/ 1600283 h 4570"/>
              <a:gd name="T100" fmla="*/ 568008 w 3678"/>
              <a:gd name="T101" fmla="*/ 1681986 h 4570"/>
              <a:gd name="T102" fmla="*/ 1298365 w 3678"/>
              <a:gd name="T103" fmla="*/ 1905000 h 4570"/>
              <a:gd name="T104" fmla="*/ 1510794 w 3678"/>
              <a:gd name="T105" fmla="*/ 1041289 h 4570"/>
              <a:gd name="T106" fmla="*/ 1533331 w 3678"/>
              <a:gd name="T107" fmla="*/ 936660 h 4570"/>
              <a:gd name="T108" fmla="*/ 1531661 w 3678"/>
              <a:gd name="T109" fmla="*/ 880385 h 4570"/>
              <a:gd name="T110" fmla="*/ 1516637 w 3678"/>
              <a:gd name="T111" fmla="*/ 845787 h 4570"/>
              <a:gd name="T112" fmla="*/ 1485336 w 3678"/>
              <a:gd name="T113" fmla="*/ 817441 h 4570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3678" h="4570">
                <a:moveTo>
                  <a:pt x="3559" y="1961"/>
                </a:moveTo>
                <a:lnTo>
                  <a:pt x="3559" y="1961"/>
                </a:lnTo>
                <a:lnTo>
                  <a:pt x="3532" y="1945"/>
                </a:lnTo>
                <a:lnTo>
                  <a:pt x="3504" y="1928"/>
                </a:lnTo>
                <a:lnTo>
                  <a:pt x="3474" y="1913"/>
                </a:lnTo>
                <a:lnTo>
                  <a:pt x="3445" y="1899"/>
                </a:lnTo>
                <a:lnTo>
                  <a:pt x="3415" y="1887"/>
                </a:lnTo>
                <a:lnTo>
                  <a:pt x="3399" y="1881"/>
                </a:lnTo>
                <a:lnTo>
                  <a:pt x="3383" y="1878"/>
                </a:lnTo>
                <a:lnTo>
                  <a:pt x="3368" y="1874"/>
                </a:lnTo>
                <a:lnTo>
                  <a:pt x="3351" y="1872"/>
                </a:lnTo>
                <a:lnTo>
                  <a:pt x="3336" y="1870"/>
                </a:lnTo>
                <a:lnTo>
                  <a:pt x="3320" y="1870"/>
                </a:lnTo>
                <a:lnTo>
                  <a:pt x="3296" y="1871"/>
                </a:lnTo>
                <a:lnTo>
                  <a:pt x="3285" y="1872"/>
                </a:lnTo>
                <a:lnTo>
                  <a:pt x="3272" y="1874"/>
                </a:lnTo>
                <a:lnTo>
                  <a:pt x="3259" y="1878"/>
                </a:lnTo>
                <a:lnTo>
                  <a:pt x="3245" y="1883"/>
                </a:lnTo>
                <a:lnTo>
                  <a:pt x="3232" y="1888"/>
                </a:lnTo>
                <a:lnTo>
                  <a:pt x="3218" y="1894"/>
                </a:lnTo>
                <a:lnTo>
                  <a:pt x="3221" y="1880"/>
                </a:lnTo>
                <a:lnTo>
                  <a:pt x="3222" y="1877"/>
                </a:lnTo>
                <a:lnTo>
                  <a:pt x="3224" y="1872"/>
                </a:lnTo>
                <a:lnTo>
                  <a:pt x="3241" y="1773"/>
                </a:lnTo>
                <a:lnTo>
                  <a:pt x="3243" y="1757"/>
                </a:lnTo>
                <a:lnTo>
                  <a:pt x="3245" y="1738"/>
                </a:lnTo>
                <a:lnTo>
                  <a:pt x="3245" y="1718"/>
                </a:lnTo>
                <a:lnTo>
                  <a:pt x="3243" y="1695"/>
                </a:lnTo>
                <a:lnTo>
                  <a:pt x="3240" y="1672"/>
                </a:lnTo>
                <a:lnTo>
                  <a:pt x="3233" y="1648"/>
                </a:lnTo>
                <a:lnTo>
                  <a:pt x="3229" y="1635"/>
                </a:lnTo>
                <a:lnTo>
                  <a:pt x="3224" y="1622"/>
                </a:lnTo>
                <a:lnTo>
                  <a:pt x="3218" y="1611"/>
                </a:lnTo>
                <a:lnTo>
                  <a:pt x="3211" y="1598"/>
                </a:lnTo>
                <a:lnTo>
                  <a:pt x="3202" y="1585"/>
                </a:lnTo>
                <a:lnTo>
                  <a:pt x="3193" y="1573"/>
                </a:lnTo>
                <a:lnTo>
                  <a:pt x="3183" y="1560"/>
                </a:lnTo>
                <a:lnTo>
                  <a:pt x="3171" y="1548"/>
                </a:lnTo>
                <a:lnTo>
                  <a:pt x="3158" y="1537"/>
                </a:lnTo>
                <a:lnTo>
                  <a:pt x="3144" y="1525"/>
                </a:lnTo>
                <a:lnTo>
                  <a:pt x="3127" y="1514"/>
                </a:lnTo>
                <a:lnTo>
                  <a:pt x="3111" y="1504"/>
                </a:lnTo>
                <a:lnTo>
                  <a:pt x="3092" y="1493"/>
                </a:lnTo>
                <a:lnTo>
                  <a:pt x="3072" y="1484"/>
                </a:lnTo>
                <a:lnTo>
                  <a:pt x="3050" y="1475"/>
                </a:lnTo>
                <a:lnTo>
                  <a:pt x="3028" y="1465"/>
                </a:lnTo>
                <a:lnTo>
                  <a:pt x="3002" y="1458"/>
                </a:lnTo>
                <a:lnTo>
                  <a:pt x="2975" y="1450"/>
                </a:lnTo>
                <a:lnTo>
                  <a:pt x="2947" y="1443"/>
                </a:lnTo>
                <a:lnTo>
                  <a:pt x="2916" y="1437"/>
                </a:lnTo>
                <a:lnTo>
                  <a:pt x="2888" y="1432"/>
                </a:lnTo>
                <a:lnTo>
                  <a:pt x="2861" y="1430"/>
                </a:lnTo>
                <a:lnTo>
                  <a:pt x="2837" y="1428"/>
                </a:lnTo>
                <a:lnTo>
                  <a:pt x="2812" y="1428"/>
                </a:lnTo>
                <a:lnTo>
                  <a:pt x="2786" y="1428"/>
                </a:lnTo>
                <a:lnTo>
                  <a:pt x="2761" y="1431"/>
                </a:lnTo>
                <a:lnTo>
                  <a:pt x="2737" y="1436"/>
                </a:lnTo>
                <a:lnTo>
                  <a:pt x="2715" y="1442"/>
                </a:lnTo>
                <a:lnTo>
                  <a:pt x="2693" y="1450"/>
                </a:lnTo>
                <a:lnTo>
                  <a:pt x="2673" y="1461"/>
                </a:lnTo>
                <a:lnTo>
                  <a:pt x="2654" y="1471"/>
                </a:lnTo>
                <a:lnTo>
                  <a:pt x="2636" y="1485"/>
                </a:lnTo>
                <a:lnTo>
                  <a:pt x="2621" y="1500"/>
                </a:lnTo>
                <a:lnTo>
                  <a:pt x="2606" y="1517"/>
                </a:lnTo>
                <a:lnTo>
                  <a:pt x="2593" y="1536"/>
                </a:lnTo>
                <a:lnTo>
                  <a:pt x="2581" y="1555"/>
                </a:lnTo>
                <a:lnTo>
                  <a:pt x="2572" y="1577"/>
                </a:lnTo>
                <a:lnTo>
                  <a:pt x="2562" y="1600"/>
                </a:lnTo>
                <a:lnTo>
                  <a:pt x="2555" y="1625"/>
                </a:lnTo>
                <a:lnTo>
                  <a:pt x="2550" y="1650"/>
                </a:lnTo>
                <a:lnTo>
                  <a:pt x="2550" y="1653"/>
                </a:lnTo>
                <a:lnTo>
                  <a:pt x="2541" y="1469"/>
                </a:lnTo>
                <a:lnTo>
                  <a:pt x="2540" y="1466"/>
                </a:lnTo>
                <a:lnTo>
                  <a:pt x="2540" y="1465"/>
                </a:lnTo>
                <a:lnTo>
                  <a:pt x="2539" y="1446"/>
                </a:lnTo>
                <a:lnTo>
                  <a:pt x="2535" y="1428"/>
                </a:lnTo>
                <a:lnTo>
                  <a:pt x="2531" y="1408"/>
                </a:lnTo>
                <a:lnTo>
                  <a:pt x="2525" y="1388"/>
                </a:lnTo>
                <a:lnTo>
                  <a:pt x="2517" y="1367"/>
                </a:lnTo>
                <a:lnTo>
                  <a:pt x="2506" y="1347"/>
                </a:lnTo>
                <a:lnTo>
                  <a:pt x="2493" y="1327"/>
                </a:lnTo>
                <a:lnTo>
                  <a:pt x="2478" y="1307"/>
                </a:lnTo>
                <a:lnTo>
                  <a:pt x="2470" y="1299"/>
                </a:lnTo>
                <a:lnTo>
                  <a:pt x="2460" y="1289"/>
                </a:lnTo>
                <a:lnTo>
                  <a:pt x="2450" y="1281"/>
                </a:lnTo>
                <a:lnTo>
                  <a:pt x="2439" y="1273"/>
                </a:lnTo>
                <a:lnTo>
                  <a:pt x="2428" y="1265"/>
                </a:lnTo>
                <a:lnTo>
                  <a:pt x="2415" y="1258"/>
                </a:lnTo>
                <a:lnTo>
                  <a:pt x="2402" y="1251"/>
                </a:lnTo>
                <a:lnTo>
                  <a:pt x="2388" y="1245"/>
                </a:lnTo>
                <a:lnTo>
                  <a:pt x="2373" y="1239"/>
                </a:lnTo>
                <a:lnTo>
                  <a:pt x="2356" y="1234"/>
                </a:lnTo>
                <a:lnTo>
                  <a:pt x="2339" y="1230"/>
                </a:lnTo>
                <a:lnTo>
                  <a:pt x="2320" y="1226"/>
                </a:lnTo>
                <a:lnTo>
                  <a:pt x="2301" y="1223"/>
                </a:lnTo>
                <a:lnTo>
                  <a:pt x="2281" y="1221"/>
                </a:lnTo>
                <a:lnTo>
                  <a:pt x="2259" y="1219"/>
                </a:lnTo>
                <a:lnTo>
                  <a:pt x="2237" y="1219"/>
                </a:lnTo>
                <a:lnTo>
                  <a:pt x="2206" y="1220"/>
                </a:lnTo>
                <a:lnTo>
                  <a:pt x="2173" y="1221"/>
                </a:lnTo>
                <a:lnTo>
                  <a:pt x="2145" y="1225"/>
                </a:lnTo>
                <a:lnTo>
                  <a:pt x="2119" y="1228"/>
                </a:lnTo>
                <a:lnTo>
                  <a:pt x="2095" y="1233"/>
                </a:lnTo>
                <a:lnTo>
                  <a:pt x="2071" y="1238"/>
                </a:lnTo>
                <a:lnTo>
                  <a:pt x="2049" y="1244"/>
                </a:lnTo>
                <a:lnTo>
                  <a:pt x="2028" y="1251"/>
                </a:lnTo>
                <a:lnTo>
                  <a:pt x="2009" y="1258"/>
                </a:lnTo>
                <a:lnTo>
                  <a:pt x="1990" y="1265"/>
                </a:lnTo>
                <a:lnTo>
                  <a:pt x="1974" y="1273"/>
                </a:lnTo>
                <a:lnTo>
                  <a:pt x="1959" y="1282"/>
                </a:lnTo>
                <a:lnTo>
                  <a:pt x="1945" y="1292"/>
                </a:lnTo>
                <a:lnTo>
                  <a:pt x="1932" y="1301"/>
                </a:lnTo>
                <a:lnTo>
                  <a:pt x="1919" y="1310"/>
                </a:lnTo>
                <a:lnTo>
                  <a:pt x="1908" y="1321"/>
                </a:lnTo>
                <a:lnTo>
                  <a:pt x="1898" y="1332"/>
                </a:lnTo>
                <a:lnTo>
                  <a:pt x="1890" y="1343"/>
                </a:lnTo>
                <a:lnTo>
                  <a:pt x="1881" y="1354"/>
                </a:lnTo>
                <a:lnTo>
                  <a:pt x="1873" y="1366"/>
                </a:lnTo>
                <a:lnTo>
                  <a:pt x="1867" y="1377"/>
                </a:lnTo>
                <a:lnTo>
                  <a:pt x="1861" y="1388"/>
                </a:lnTo>
                <a:lnTo>
                  <a:pt x="1852" y="1411"/>
                </a:lnTo>
                <a:lnTo>
                  <a:pt x="1846" y="1435"/>
                </a:lnTo>
                <a:lnTo>
                  <a:pt x="1843" y="1458"/>
                </a:lnTo>
                <a:lnTo>
                  <a:pt x="1840" y="1480"/>
                </a:lnTo>
                <a:lnTo>
                  <a:pt x="1840" y="1502"/>
                </a:lnTo>
                <a:lnTo>
                  <a:pt x="1840" y="1521"/>
                </a:lnTo>
                <a:lnTo>
                  <a:pt x="1841" y="1545"/>
                </a:lnTo>
                <a:lnTo>
                  <a:pt x="1838" y="1560"/>
                </a:lnTo>
                <a:lnTo>
                  <a:pt x="1833" y="1572"/>
                </a:lnTo>
                <a:lnTo>
                  <a:pt x="1829" y="1581"/>
                </a:lnTo>
                <a:lnTo>
                  <a:pt x="1825" y="1589"/>
                </a:lnTo>
                <a:lnTo>
                  <a:pt x="1820" y="1595"/>
                </a:lnTo>
                <a:lnTo>
                  <a:pt x="1817" y="1600"/>
                </a:lnTo>
                <a:lnTo>
                  <a:pt x="1809" y="1607"/>
                </a:lnTo>
                <a:lnTo>
                  <a:pt x="1804" y="341"/>
                </a:lnTo>
                <a:lnTo>
                  <a:pt x="1804" y="340"/>
                </a:lnTo>
                <a:lnTo>
                  <a:pt x="1804" y="338"/>
                </a:lnTo>
                <a:lnTo>
                  <a:pt x="1803" y="320"/>
                </a:lnTo>
                <a:lnTo>
                  <a:pt x="1800" y="302"/>
                </a:lnTo>
                <a:lnTo>
                  <a:pt x="1798" y="286"/>
                </a:lnTo>
                <a:lnTo>
                  <a:pt x="1795" y="268"/>
                </a:lnTo>
                <a:lnTo>
                  <a:pt x="1790" y="252"/>
                </a:lnTo>
                <a:lnTo>
                  <a:pt x="1785" y="236"/>
                </a:lnTo>
                <a:lnTo>
                  <a:pt x="1779" y="220"/>
                </a:lnTo>
                <a:lnTo>
                  <a:pt x="1772" y="205"/>
                </a:lnTo>
                <a:lnTo>
                  <a:pt x="1765" y="190"/>
                </a:lnTo>
                <a:lnTo>
                  <a:pt x="1757" y="175"/>
                </a:lnTo>
                <a:lnTo>
                  <a:pt x="1749" y="161"/>
                </a:lnTo>
                <a:lnTo>
                  <a:pt x="1739" y="148"/>
                </a:lnTo>
                <a:lnTo>
                  <a:pt x="1730" y="134"/>
                </a:lnTo>
                <a:lnTo>
                  <a:pt x="1720" y="122"/>
                </a:lnTo>
                <a:lnTo>
                  <a:pt x="1708" y="109"/>
                </a:lnTo>
                <a:lnTo>
                  <a:pt x="1697" y="97"/>
                </a:lnTo>
                <a:lnTo>
                  <a:pt x="1684" y="87"/>
                </a:lnTo>
                <a:lnTo>
                  <a:pt x="1673" y="76"/>
                </a:lnTo>
                <a:lnTo>
                  <a:pt x="1659" y="66"/>
                </a:lnTo>
                <a:lnTo>
                  <a:pt x="1646" y="56"/>
                </a:lnTo>
                <a:lnTo>
                  <a:pt x="1632" y="48"/>
                </a:lnTo>
                <a:lnTo>
                  <a:pt x="1616" y="40"/>
                </a:lnTo>
                <a:lnTo>
                  <a:pt x="1602" y="33"/>
                </a:lnTo>
                <a:lnTo>
                  <a:pt x="1587" y="26"/>
                </a:lnTo>
                <a:lnTo>
                  <a:pt x="1571" y="20"/>
                </a:lnTo>
                <a:lnTo>
                  <a:pt x="1555" y="14"/>
                </a:lnTo>
                <a:lnTo>
                  <a:pt x="1539" y="9"/>
                </a:lnTo>
                <a:lnTo>
                  <a:pt x="1523" y="6"/>
                </a:lnTo>
                <a:lnTo>
                  <a:pt x="1505" y="3"/>
                </a:lnTo>
                <a:lnTo>
                  <a:pt x="1487" y="1"/>
                </a:lnTo>
                <a:lnTo>
                  <a:pt x="1471" y="0"/>
                </a:lnTo>
                <a:lnTo>
                  <a:pt x="1452" y="0"/>
                </a:lnTo>
                <a:lnTo>
                  <a:pt x="1441" y="0"/>
                </a:lnTo>
                <a:lnTo>
                  <a:pt x="1423" y="1"/>
                </a:lnTo>
                <a:lnTo>
                  <a:pt x="1405" y="2"/>
                </a:lnTo>
                <a:lnTo>
                  <a:pt x="1388" y="6"/>
                </a:lnTo>
                <a:lnTo>
                  <a:pt x="1371" y="9"/>
                </a:lnTo>
                <a:lnTo>
                  <a:pt x="1355" y="13"/>
                </a:lnTo>
                <a:lnTo>
                  <a:pt x="1339" y="19"/>
                </a:lnTo>
                <a:lnTo>
                  <a:pt x="1322" y="25"/>
                </a:lnTo>
                <a:lnTo>
                  <a:pt x="1307" y="30"/>
                </a:lnTo>
                <a:lnTo>
                  <a:pt x="1292" y="39"/>
                </a:lnTo>
                <a:lnTo>
                  <a:pt x="1276" y="47"/>
                </a:lnTo>
                <a:lnTo>
                  <a:pt x="1262" y="56"/>
                </a:lnTo>
                <a:lnTo>
                  <a:pt x="1248" y="66"/>
                </a:lnTo>
                <a:lnTo>
                  <a:pt x="1234" y="76"/>
                </a:lnTo>
                <a:lnTo>
                  <a:pt x="1221" y="87"/>
                </a:lnTo>
                <a:lnTo>
                  <a:pt x="1208" y="98"/>
                </a:lnTo>
                <a:lnTo>
                  <a:pt x="1196" y="111"/>
                </a:lnTo>
                <a:lnTo>
                  <a:pt x="1184" y="124"/>
                </a:lnTo>
                <a:lnTo>
                  <a:pt x="1173" y="138"/>
                </a:lnTo>
                <a:lnTo>
                  <a:pt x="1164" y="151"/>
                </a:lnTo>
                <a:lnTo>
                  <a:pt x="1155" y="166"/>
                </a:lnTo>
                <a:lnTo>
                  <a:pt x="1145" y="180"/>
                </a:lnTo>
                <a:lnTo>
                  <a:pt x="1138" y="196"/>
                </a:lnTo>
                <a:lnTo>
                  <a:pt x="1130" y="211"/>
                </a:lnTo>
                <a:lnTo>
                  <a:pt x="1124" y="227"/>
                </a:lnTo>
                <a:lnTo>
                  <a:pt x="1118" y="243"/>
                </a:lnTo>
                <a:lnTo>
                  <a:pt x="1114" y="259"/>
                </a:lnTo>
                <a:lnTo>
                  <a:pt x="1110" y="275"/>
                </a:lnTo>
                <a:lnTo>
                  <a:pt x="1106" y="292"/>
                </a:lnTo>
                <a:lnTo>
                  <a:pt x="1104" y="309"/>
                </a:lnTo>
                <a:lnTo>
                  <a:pt x="1103" y="326"/>
                </a:lnTo>
                <a:lnTo>
                  <a:pt x="1102" y="343"/>
                </a:lnTo>
                <a:lnTo>
                  <a:pt x="1102" y="361"/>
                </a:lnTo>
                <a:lnTo>
                  <a:pt x="1119" y="1965"/>
                </a:lnTo>
                <a:lnTo>
                  <a:pt x="1118" y="2105"/>
                </a:lnTo>
                <a:lnTo>
                  <a:pt x="1116" y="2231"/>
                </a:lnTo>
                <a:lnTo>
                  <a:pt x="1112" y="2342"/>
                </a:lnTo>
                <a:lnTo>
                  <a:pt x="1108" y="2438"/>
                </a:lnTo>
                <a:lnTo>
                  <a:pt x="1101" y="2519"/>
                </a:lnTo>
                <a:lnTo>
                  <a:pt x="1096" y="2554"/>
                </a:lnTo>
                <a:lnTo>
                  <a:pt x="1092" y="2586"/>
                </a:lnTo>
                <a:lnTo>
                  <a:pt x="1088" y="2614"/>
                </a:lnTo>
                <a:lnTo>
                  <a:pt x="1082" y="2637"/>
                </a:lnTo>
                <a:lnTo>
                  <a:pt x="1077" y="2659"/>
                </a:lnTo>
                <a:lnTo>
                  <a:pt x="1071" y="2675"/>
                </a:lnTo>
                <a:lnTo>
                  <a:pt x="1054" y="2662"/>
                </a:lnTo>
                <a:lnTo>
                  <a:pt x="577" y="2287"/>
                </a:lnTo>
                <a:lnTo>
                  <a:pt x="552" y="2268"/>
                </a:lnTo>
                <a:lnTo>
                  <a:pt x="526" y="2252"/>
                </a:lnTo>
                <a:lnTo>
                  <a:pt x="499" y="2238"/>
                </a:lnTo>
                <a:lnTo>
                  <a:pt x="471" y="2226"/>
                </a:lnTo>
                <a:lnTo>
                  <a:pt x="442" y="2217"/>
                </a:lnTo>
                <a:lnTo>
                  <a:pt x="413" y="2211"/>
                </a:lnTo>
                <a:lnTo>
                  <a:pt x="382" y="2206"/>
                </a:lnTo>
                <a:lnTo>
                  <a:pt x="352" y="2205"/>
                </a:lnTo>
                <a:lnTo>
                  <a:pt x="332" y="2205"/>
                </a:lnTo>
                <a:lnTo>
                  <a:pt x="313" y="2207"/>
                </a:lnTo>
                <a:lnTo>
                  <a:pt x="294" y="2210"/>
                </a:lnTo>
                <a:lnTo>
                  <a:pt x="275" y="2213"/>
                </a:lnTo>
                <a:lnTo>
                  <a:pt x="257" y="2218"/>
                </a:lnTo>
                <a:lnTo>
                  <a:pt x="239" y="2224"/>
                </a:lnTo>
                <a:lnTo>
                  <a:pt x="220" y="2229"/>
                </a:lnTo>
                <a:lnTo>
                  <a:pt x="204" y="2238"/>
                </a:lnTo>
                <a:lnTo>
                  <a:pt x="186" y="2246"/>
                </a:lnTo>
                <a:lnTo>
                  <a:pt x="170" y="2255"/>
                </a:lnTo>
                <a:lnTo>
                  <a:pt x="153" y="2266"/>
                </a:lnTo>
                <a:lnTo>
                  <a:pt x="138" y="2276"/>
                </a:lnTo>
                <a:lnTo>
                  <a:pt x="124" y="2288"/>
                </a:lnTo>
                <a:lnTo>
                  <a:pt x="109" y="2301"/>
                </a:lnTo>
                <a:lnTo>
                  <a:pt x="96" y="2315"/>
                </a:lnTo>
                <a:lnTo>
                  <a:pt x="83" y="2329"/>
                </a:lnTo>
                <a:lnTo>
                  <a:pt x="73" y="2343"/>
                </a:lnTo>
                <a:lnTo>
                  <a:pt x="62" y="2357"/>
                </a:lnTo>
                <a:lnTo>
                  <a:pt x="53" y="2371"/>
                </a:lnTo>
                <a:lnTo>
                  <a:pt x="43" y="2387"/>
                </a:lnTo>
                <a:lnTo>
                  <a:pt x="36" y="2402"/>
                </a:lnTo>
                <a:lnTo>
                  <a:pt x="28" y="2417"/>
                </a:lnTo>
                <a:lnTo>
                  <a:pt x="22" y="2432"/>
                </a:lnTo>
                <a:lnTo>
                  <a:pt x="16" y="2449"/>
                </a:lnTo>
                <a:lnTo>
                  <a:pt x="12" y="2465"/>
                </a:lnTo>
                <a:lnTo>
                  <a:pt x="8" y="2482"/>
                </a:lnTo>
                <a:lnTo>
                  <a:pt x="5" y="2499"/>
                </a:lnTo>
                <a:lnTo>
                  <a:pt x="2" y="2516"/>
                </a:lnTo>
                <a:lnTo>
                  <a:pt x="1" y="2533"/>
                </a:lnTo>
                <a:lnTo>
                  <a:pt x="0" y="2551"/>
                </a:lnTo>
                <a:lnTo>
                  <a:pt x="0" y="2567"/>
                </a:lnTo>
                <a:lnTo>
                  <a:pt x="1" y="2585"/>
                </a:lnTo>
                <a:lnTo>
                  <a:pt x="3" y="2602"/>
                </a:lnTo>
                <a:lnTo>
                  <a:pt x="6" y="2620"/>
                </a:lnTo>
                <a:lnTo>
                  <a:pt x="9" y="2636"/>
                </a:lnTo>
                <a:lnTo>
                  <a:pt x="14" y="2654"/>
                </a:lnTo>
                <a:lnTo>
                  <a:pt x="19" y="2670"/>
                </a:lnTo>
                <a:lnTo>
                  <a:pt x="25" y="2685"/>
                </a:lnTo>
                <a:lnTo>
                  <a:pt x="32" y="2702"/>
                </a:lnTo>
                <a:lnTo>
                  <a:pt x="39" y="2717"/>
                </a:lnTo>
                <a:lnTo>
                  <a:pt x="47" y="2732"/>
                </a:lnTo>
                <a:lnTo>
                  <a:pt x="56" y="2746"/>
                </a:lnTo>
                <a:lnTo>
                  <a:pt x="66" y="2760"/>
                </a:lnTo>
                <a:lnTo>
                  <a:pt x="76" y="2775"/>
                </a:lnTo>
                <a:lnTo>
                  <a:pt x="87" y="2787"/>
                </a:lnTo>
                <a:lnTo>
                  <a:pt x="98" y="2800"/>
                </a:lnTo>
                <a:lnTo>
                  <a:pt x="111" y="2812"/>
                </a:lnTo>
                <a:lnTo>
                  <a:pt x="124" y="2824"/>
                </a:lnTo>
                <a:lnTo>
                  <a:pt x="948" y="3520"/>
                </a:lnTo>
                <a:lnTo>
                  <a:pt x="985" y="3582"/>
                </a:lnTo>
                <a:lnTo>
                  <a:pt x="1021" y="3641"/>
                </a:lnTo>
                <a:lnTo>
                  <a:pt x="1058" y="3696"/>
                </a:lnTo>
                <a:lnTo>
                  <a:pt x="1095" y="3747"/>
                </a:lnTo>
                <a:lnTo>
                  <a:pt x="1131" y="3794"/>
                </a:lnTo>
                <a:lnTo>
                  <a:pt x="1167" y="3839"/>
                </a:lnTo>
                <a:lnTo>
                  <a:pt x="1203" y="3880"/>
                </a:lnTo>
                <a:lnTo>
                  <a:pt x="1237" y="3916"/>
                </a:lnTo>
                <a:lnTo>
                  <a:pt x="1271" y="3950"/>
                </a:lnTo>
                <a:lnTo>
                  <a:pt x="1302" y="3982"/>
                </a:lnTo>
                <a:lnTo>
                  <a:pt x="1332" y="4009"/>
                </a:lnTo>
                <a:lnTo>
                  <a:pt x="1361" y="4035"/>
                </a:lnTo>
                <a:lnTo>
                  <a:pt x="1387" y="4056"/>
                </a:lnTo>
                <a:lnTo>
                  <a:pt x="1411" y="4076"/>
                </a:lnTo>
                <a:lnTo>
                  <a:pt x="1452" y="4106"/>
                </a:lnTo>
                <a:lnTo>
                  <a:pt x="1456" y="4472"/>
                </a:lnTo>
                <a:lnTo>
                  <a:pt x="1457" y="4570"/>
                </a:lnTo>
                <a:lnTo>
                  <a:pt x="3111" y="4570"/>
                </a:lnTo>
                <a:lnTo>
                  <a:pt x="3112" y="4473"/>
                </a:lnTo>
                <a:lnTo>
                  <a:pt x="3119" y="4086"/>
                </a:lnTo>
                <a:lnTo>
                  <a:pt x="3606" y="2552"/>
                </a:lnTo>
                <a:lnTo>
                  <a:pt x="3607" y="2549"/>
                </a:lnTo>
                <a:lnTo>
                  <a:pt x="3607" y="2546"/>
                </a:lnTo>
                <a:lnTo>
                  <a:pt x="3620" y="2498"/>
                </a:lnTo>
                <a:lnTo>
                  <a:pt x="3642" y="2408"/>
                </a:lnTo>
                <a:lnTo>
                  <a:pt x="3653" y="2365"/>
                </a:lnTo>
                <a:lnTo>
                  <a:pt x="3662" y="2324"/>
                </a:lnTo>
                <a:lnTo>
                  <a:pt x="3669" y="2285"/>
                </a:lnTo>
                <a:lnTo>
                  <a:pt x="3674" y="2247"/>
                </a:lnTo>
                <a:lnTo>
                  <a:pt x="3677" y="2211"/>
                </a:lnTo>
                <a:lnTo>
                  <a:pt x="3678" y="2177"/>
                </a:lnTo>
                <a:lnTo>
                  <a:pt x="3677" y="2160"/>
                </a:lnTo>
                <a:lnTo>
                  <a:pt x="3676" y="2144"/>
                </a:lnTo>
                <a:lnTo>
                  <a:pt x="3674" y="2127"/>
                </a:lnTo>
                <a:lnTo>
                  <a:pt x="3670" y="2112"/>
                </a:lnTo>
                <a:lnTo>
                  <a:pt x="3667" y="2098"/>
                </a:lnTo>
                <a:lnTo>
                  <a:pt x="3662" y="2083"/>
                </a:lnTo>
                <a:lnTo>
                  <a:pt x="3656" y="2069"/>
                </a:lnTo>
                <a:lnTo>
                  <a:pt x="3650" y="2055"/>
                </a:lnTo>
                <a:lnTo>
                  <a:pt x="3642" y="2042"/>
                </a:lnTo>
                <a:lnTo>
                  <a:pt x="3634" y="2029"/>
                </a:lnTo>
                <a:lnTo>
                  <a:pt x="3624" y="2017"/>
                </a:lnTo>
                <a:lnTo>
                  <a:pt x="3614" y="2004"/>
                </a:lnTo>
                <a:lnTo>
                  <a:pt x="3601" y="1993"/>
                </a:lnTo>
                <a:lnTo>
                  <a:pt x="3588" y="1982"/>
                </a:lnTo>
                <a:lnTo>
                  <a:pt x="3574" y="1972"/>
                </a:lnTo>
                <a:lnTo>
                  <a:pt x="3559" y="1961"/>
                </a:lnTo>
                <a:close/>
              </a:path>
            </a:pathLst>
          </a:custGeom>
          <a:noFill/>
          <a:ln w="53975">
            <a:solidFill>
              <a:schemeClr val="bg1"/>
            </a:solidFill>
          </a:ln>
          <a:extLst/>
        </p:spPr>
        <p:txBody>
          <a:bodyPr tIns="360000" rIns="18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" name="矩形 19">
            <a:extLst>
              <a:ext uri="{FF2B5EF4-FFF2-40B4-BE49-F238E27FC236}">
                <a16:creationId xmlns:a16="http://schemas.microsoft.com/office/drawing/2014/main" id="{B53617B5-A010-45FF-8B7F-075EF57A2C74}"/>
              </a:ext>
            </a:extLst>
          </p:cNvPr>
          <p:cNvSpPr/>
          <p:nvPr/>
        </p:nvSpPr>
        <p:spPr>
          <a:xfrm>
            <a:off x="1151999" y="1862044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aaaaaa</a:t>
            </a:r>
          </a:p>
        </p:txBody>
      </p:sp>
      <p:cxnSp>
        <p:nvCxnSpPr>
          <p:cNvPr id="10" name="直接连接符 21">
            <a:extLst>
              <a:ext uri="{FF2B5EF4-FFF2-40B4-BE49-F238E27FC236}">
                <a16:creationId xmlns:a16="http://schemas.microsoft.com/office/drawing/2014/main" id="{49DEDD5F-C886-4070-9C6E-494A17F3D611}"/>
              </a:ext>
            </a:extLst>
          </p:cNvPr>
          <p:cNvCxnSpPr/>
          <p:nvPr/>
        </p:nvCxnSpPr>
        <p:spPr>
          <a:xfrm>
            <a:off x="1417320" y="2560320"/>
            <a:ext cx="74676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22">
            <a:extLst>
              <a:ext uri="{FF2B5EF4-FFF2-40B4-BE49-F238E27FC236}">
                <a16:creationId xmlns:a16="http://schemas.microsoft.com/office/drawing/2014/main" id="{250205A1-8085-420C-BB3A-5FF02E856B57}"/>
              </a:ext>
            </a:extLst>
          </p:cNvPr>
          <p:cNvSpPr/>
          <p:nvPr/>
        </p:nvSpPr>
        <p:spPr>
          <a:xfrm>
            <a:off x="6483642" y="51024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</a:t>
            </a:r>
          </a:p>
        </p:txBody>
      </p:sp>
      <p:sp>
        <p:nvSpPr>
          <p:cNvPr id="12" name="KSO_Shape">
            <a:extLst>
              <a:ext uri="{FF2B5EF4-FFF2-40B4-BE49-F238E27FC236}">
                <a16:creationId xmlns:a16="http://schemas.microsoft.com/office/drawing/2014/main" id="{92A2B7BD-17D6-4F04-819D-452741B28C0D}"/>
              </a:ext>
            </a:extLst>
          </p:cNvPr>
          <p:cNvSpPr>
            <a:spLocks/>
          </p:cNvSpPr>
          <p:nvPr/>
        </p:nvSpPr>
        <p:spPr bwMode="auto">
          <a:xfrm>
            <a:off x="8610600" y="4795475"/>
            <a:ext cx="505164" cy="823859"/>
          </a:xfrm>
          <a:custGeom>
            <a:avLst/>
            <a:gdLst>
              <a:gd name="T0" fmla="*/ 953144 w 3315"/>
              <a:gd name="T1" fmla="*/ 322 h 5921"/>
              <a:gd name="T2" fmla="*/ 934480 w 3315"/>
              <a:gd name="T3" fmla="*/ 322 h 5921"/>
              <a:gd name="T4" fmla="*/ 916782 w 3315"/>
              <a:gd name="T5" fmla="*/ 3217 h 5921"/>
              <a:gd name="T6" fmla="*/ 900048 w 3315"/>
              <a:gd name="T7" fmla="*/ 8365 h 5921"/>
              <a:gd name="T8" fmla="*/ 883959 w 3315"/>
              <a:gd name="T9" fmla="*/ 16409 h 5921"/>
              <a:gd name="T10" fmla="*/ 869478 w 3315"/>
              <a:gd name="T11" fmla="*/ 26061 h 5921"/>
              <a:gd name="T12" fmla="*/ 856607 w 3315"/>
              <a:gd name="T13" fmla="*/ 37965 h 5921"/>
              <a:gd name="T14" fmla="*/ 845344 w 3315"/>
              <a:gd name="T15" fmla="*/ 51478 h 5921"/>
              <a:gd name="T16" fmla="*/ 836334 w 3315"/>
              <a:gd name="T17" fmla="*/ 66599 h 5921"/>
              <a:gd name="T18" fmla="*/ 829576 w 3315"/>
              <a:gd name="T19" fmla="*/ 83651 h 5921"/>
              <a:gd name="T20" fmla="*/ 824749 w 3315"/>
              <a:gd name="T21" fmla="*/ 101347 h 5921"/>
              <a:gd name="T22" fmla="*/ 730465 w 3315"/>
              <a:gd name="T23" fmla="*/ 638968 h 5921"/>
              <a:gd name="T24" fmla="*/ 667072 w 3315"/>
              <a:gd name="T25" fmla="*/ 101347 h 5921"/>
              <a:gd name="T26" fmla="*/ 662889 w 3315"/>
              <a:gd name="T27" fmla="*/ 83651 h 5921"/>
              <a:gd name="T28" fmla="*/ 656131 w 3315"/>
              <a:gd name="T29" fmla="*/ 66599 h 5921"/>
              <a:gd name="T30" fmla="*/ 646799 w 3315"/>
              <a:gd name="T31" fmla="*/ 51478 h 5921"/>
              <a:gd name="T32" fmla="*/ 635858 w 3315"/>
              <a:gd name="T33" fmla="*/ 37965 h 5921"/>
              <a:gd name="T34" fmla="*/ 622987 w 3315"/>
              <a:gd name="T35" fmla="*/ 26061 h 5921"/>
              <a:gd name="T36" fmla="*/ 608184 w 3315"/>
              <a:gd name="T37" fmla="*/ 16409 h 5921"/>
              <a:gd name="T38" fmla="*/ 592417 w 3315"/>
              <a:gd name="T39" fmla="*/ 8365 h 5921"/>
              <a:gd name="T40" fmla="*/ 575683 w 3315"/>
              <a:gd name="T41" fmla="*/ 3217 h 5921"/>
              <a:gd name="T42" fmla="*/ 557985 w 3315"/>
              <a:gd name="T43" fmla="*/ 322 h 5921"/>
              <a:gd name="T44" fmla="*/ 539321 w 3315"/>
              <a:gd name="T45" fmla="*/ 322 h 5921"/>
              <a:gd name="T46" fmla="*/ 526771 w 3315"/>
              <a:gd name="T47" fmla="*/ 1609 h 5921"/>
              <a:gd name="T48" fmla="*/ 509395 w 3315"/>
              <a:gd name="T49" fmla="*/ 6113 h 5921"/>
              <a:gd name="T50" fmla="*/ 492340 w 3315"/>
              <a:gd name="T51" fmla="*/ 12869 h 5921"/>
              <a:gd name="T52" fmla="*/ 477216 w 3315"/>
              <a:gd name="T53" fmla="*/ 21878 h 5921"/>
              <a:gd name="T54" fmla="*/ 463700 w 3315"/>
              <a:gd name="T55" fmla="*/ 33139 h 5921"/>
              <a:gd name="T56" fmla="*/ 451794 w 3315"/>
              <a:gd name="T57" fmla="*/ 46330 h 5921"/>
              <a:gd name="T58" fmla="*/ 441819 w 3315"/>
              <a:gd name="T59" fmla="*/ 60808 h 5921"/>
              <a:gd name="T60" fmla="*/ 434096 w 3315"/>
              <a:gd name="T61" fmla="*/ 76573 h 5921"/>
              <a:gd name="T62" fmla="*/ 428625 w 3315"/>
              <a:gd name="T63" fmla="*/ 93303 h 5921"/>
              <a:gd name="T64" fmla="*/ 426051 w 3315"/>
              <a:gd name="T65" fmla="*/ 111321 h 5921"/>
              <a:gd name="T66" fmla="*/ 425729 w 3315"/>
              <a:gd name="T67" fmla="*/ 129660 h 5921"/>
              <a:gd name="T68" fmla="*/ 120993 w 3315"/>
              <a:gd name="T69" fmla="*/ 639933 h 5921"/>
              <a:gd name="T70" fmla="*/ 108765 w 3315"/>
              <a:gd name="T71" fmla="*/ 640577 h 5921"/>
              <a:gd name="T72" fmla="*/ 90745 w 3315"/>
              <a:gd name="T73" fmla="*/ 643472 h 5921"/>
              <a:gd name="T74" fmla="*/ 74012 w 3315"/>
              <a:gd name="T75" fmla="*/ 649264 h 5921"/>
              <a:gd name="T76" fmla="*/ 58244 w 3315"/>
              <a:gd name="T77" fmla="*/ 657307 h 5921"/>
              <a:gd name="T78" fmla="*/ 44085 w 3315"/>
              <a:gd name="T79" fmla="*/ 667603 h 5921"/>
              <a:gd name="T80" fmla="*/ 31535 w 3315"/>
              <a:gd name="T81" fmla="*/ 679507 h 5921"/>
              <a:gd name="T82" fmla="*/ 20916 w 3315"/>
              <a:gd name="T83" fmla="*/ 693341 h 5921"/>
              <a:gd name="T84" fmla="*/ 11906 w 3315"/>
              <a:gd name="T85" fmla="*/ 708141 h 5921"/>
              <a:gd name="T86" fmla="*/ 5470 w 3315"/>
              <a:gd name="T87" fmla="*/ 724872 h 5921"/>
              <a:gd name="T88" fmla="*/ 1609 w 3315"/>
              <a:gd name="T89" fmla="*/ 742245 h 5921"/>
              <a:gd name="T90" fmla="*/ 0 w 3315"/>
              <a:gd name="T91" fmla="*/ 760584 h 5921"/>
              <a:gd name="T92" fmla="*/ 155747 w 3315"/>
              <a:gd name="T93" fmla="*/ 1905000 h 5921"/>
              <a:gd name="T94" fmla="*/ 866260 w 3315"/>
              <a:gd name="T95" fmla="*/ 1631846 h 5921"/>
              <a:gd name="T96" fmla="*/ 1066092 w 3315"/>
              <a:gd name="T97" fmla="*/ 136094 h 5921"/>
              <a:gd name="T98" fmla="*/ 1066736 w 3315"/>
              <a:gd name="T99" fmla="*/ 123547 h 5921"/>
              <a:gd name="T100" fmla="*/ 1065771 w 3315"/>
              <a:gd name="T101" fmla="*/ 105208 h 5921"/>
              <a:gd name="T102" fmla="*/ 1061909 w 3315"/>
              <a:gd name="T103" fmla="*/ 87512 h 5921"/>
              <a:gd name="T104" fmla="*/ 1055795 w 3315"/>
              <a:gd name="T105" fmla="*/ 71104 h 5921"/>
              <a:gd name="T106" fmla="*/ 1047429 w 3315"/>
              <a:gd name="T107" fmla="*/ 55982 h 5921"/>
              <a:gd name="T108" fmla="*/ 1036809 w 3315"/>
              <a:gd name="T109" fmla="*/ 41504 h 5921"/>
              <a:gd name="T110" fmla="*/ 1024260 w 3315"/>
              <a:gd name="T111" fmla="*/ 29600 h 5921"/>
              <a:gd name="T112" fmla="*/ 1010101 w 3315"/>
              <a:gd name="T113" fmla="*/ 18982 h 5921"/>
              <a:gd name="T114" fmla="*/ 994655 w 3315"/>
              <a:gd name="T115" fmla="*/ 10617 h 5921"/>
              <a:gd name="T116" fmla="*/ 977278 w 3315"/>
              <a:gd name="T117" fmla="*/ 4504 h 5921"/>
              <a:gd name="T118" fmla="*/ 959258 w 3315"/>
              <a:gd name="T119" fmla="*/ 643 h 5921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315" h="5921">
                <a:moveTo>
                  <a:pt x="2981" y="2"/>
                </a:moveTo>
                <a:lnTo>
                  <a:pt x="2981" y="2"/>
                </a:lnTo>
                <a:lnTo>
                  <a:pt x="2962" y="1"/>
                </a:lnTo>
                <a:lnTo>
                  <a:pt x="2942" y="0"/>
                </a:lnTo>
                <a:lnTo>
                  <a:pt x="2923" y="0"/>
                </a:lnTo>
                <a:lnTo>
                  <a:pt x="2904" y="1"/>
                </a:lnTo>
                <a:lnTo>
                  <a:pt x="2886" y="3"/>
                </a:lnTo>
                <a:lnTo>
                  <a:pt x="2867" y="6"/>
                </a:lnTo>
                <a:lnTo>
                  <a:pt x="2849" y="10"/>
                </a:lnTo>
                <a:lnTo>
                  <a:pt x="2831" y="15"/>
                </a:lnTo>
                <a:lnTo>
                  <a:pt x="2813" y="20"/>
                </a:lnTo>
                <a:lnTo>
                  <a:pt x="2797" y="26"/>
                </a:lnTo>
                <a:lnTo>
                  <a:pt x="2780" y="34"/>
                </a:lnTo>
                <a:lnTo>
                  <a:pt x="2763" y="42"/>
                </a:lnTo>
                <a:lnTo>
                  <a:pt x="2747" y="51"/>
                </a:lnTo>
                <a:lnTo>
                  <a:pt x="2731" y="60"/>
                </a:lnTo>
                <a:lnTo>
                  <a:pt x="2717" y="71"/>
                </a:lnTo>
                <a:lnTo>
                  <a:pt x="2702" y="81"/>
                </a:lnTo>
                <a:lnTo>
                  <a:pt x="2688" y="93"/>
                </a:lnTo>
                <a:lnTo>
                  <a:pt x="2675" y="105"/>
                </a:lnTo>
                <a:lnTo>
                  <a:pt x="2662" y="118"/>
                </a:lnTo>
                <a:lnTo>
                  <a:pt x="2649" y="131"/>
                </a:lnTo>
                <a:lnTo>
                  <a:pt x="2638" y="145"/>
                </a:lnTo>
                <a:lnTo>
                  <a:pt x="2627" y="160"/>
                </a:lnTo>
                <a:lnTo>
                  <a:pt x="2617" y="176"/>
                </a:lnTo>
                <a:lnTo>
                  <a:pt x="2607" y="191"/>
                </a:lnTo>
                <a:lnTo>
                  <a:pt x="2599" y="207"/>
                </a:lnTo>
                <a:lnTo>
                  <a:pt x="2591" y="224"/>
                </a:lnTo>
                <a:lnTo>
                  <a:pt x="2584" y="242"/>
                </a:lnTo>
                <a:lnTo>
                  <a:pt x="2578" y="260"/>
                </a:lnTo>
                <a:lnTo>
                  <a:pt x="2572" y="278"/>
                </a:lnTo>
                <a:lnTo>
                  <a:pt x="2567" y="297"/>
                </a:lnTo>
                <a:lnTo>
                  <a:pt x="2563" y="315"/>
                </a:lnTo>
                <a:lnTo>
                  <a:pt x="2561" y="334"/>
                </a:lnTo>
                <a:lnTo>
                  <a:pt x="2368" y="1986"/>
                </a:lnTo>
                <a:lnTo>
                  <a:pt x="2270" y="1986"/>
                </a:lnTo>
                <a:lnTo>
                  <a:pt x="2077" y="334"/>
                </a:lnTo>
                <a:lnTo>
                  <a:pt x="2073" y="315"/>
                </a:lnTo>
                <a:lnTo>
                  <a:pt x="2070" y="297"/>
                </a:lnTo>
                <a:lnTo>
                  <a:pt x="2066" y="278"/>
                </a:lnTo>
                <a:lnTo>
                  <a:pt x="2060" y="260"/>
                </a:lnTo>
                <a:lnTo>
                  <a:pt x="2053" y="242"/>
                </a:lnTo>
                <a:lnTo>
                  <a:pt x="2046" y="224"/>
                </a:lnTo>
                <a:lnTo>
                  <a:pt x="2039" y="207"/>
                </a:lnTo>
                <a:lnTo>
                  <a:pt x="2030" y="191"/>
                </a:lnTo>
                <a:lnTo>
                  <a:pt x="2021" y="176"/>
                </a:lnTo>
                <a:lnTo>
                  <a:pt x="2010" y="160"/>
                </a:lnTo>
                <a:lnTo>
                  <a:pt x="1999" y="145"/>
                </a:lnTo>
                <a:lnTo>
                  <a:pt x="1987" y="131"/>
                </a:lnTo>
                <a:lnTo>
                  <a:pt x="1976" y="118"/>
                </a:lnTo>
                <a:lnTo>
                  <a:pt x="1963" y="105"/>
                </a:lnTo>
                <a:lnTo>
                  <a:pt x="1949" y="93"/>
                </a:lnTo>
                <a:lnTo>
                  <a:pt x="1936" y="81"/>
                </a:lnTo>
                <a:lnTo>
                  <a:pt x="1921" y="71"/>
                </a:lnTo>
                <a:lnTo>
                  <a:pt x="1906" y="60"/>
                </a:lnTo>
                <a:lnTo>
                  <a:pt x="1890" y="51"/>
                </a:lnTo>
                <a:lnTo>
                  <a:pt x="1875" y="42"/>
                </a:lnTo>
                <a:lnTo>
                  <a:pt x="1858" y="34"/>
                </a:lnTo>
                <a:lnTo>
                  <a:pt x="1841" y="26"/>
                </a:lnTo>
                <a:lnTo>
                  <a:pt x="1824" y="20"/>
                </a:lnTo>
                <a:lnTo>
                  <a:pt x="1806" y="15"/>
                </a:lnTo>
                <a:lnTo>
                  <a:pt x="1789" y="10"/>
                </a:lnTo>
                <a:lnTo>
                  <a:pt x="1771" y="6"/>
                </a:lnTo>
                <a:lnTo>
                  <a:pt x="1752" y="3"/>
                </a:lnTo>
                <a:lnTo>
                  <a:pt x="1734" y="1"/>
                </a:lnTo>
                <a:lnTo>
                  <a:pt x="1715" y="0"/>
                </a:lnTo>
                <a:lnTo>
                  <a:pt x="1695" y="0"/>
                </a:lnTo>
                <a:lnTo>
                  <a:pt x="1676" y="1"/>
                </a:lnTo>
                <a:lnTo>
                  <a:pt x="1657" y="2"/>
                </a:lnTo>
                <a:lnTo>
                  <a:pt x="1637" y="5"/>
                </a:lnTo>
                <a:lnTo>
                  <a:pt x="1618" y="9"/>
                </a:lnTo>
                <a:lnTo>
                  <a:pt x="1600" y="14"/>
                </a:lnTo>
                <a:lnTo>
                  <a:pt x="1583" y="19"/>
                </a:lnTo>
                <a:lnTo>
                  <a:pt x="1565" y="25"/>
                </a:lnTo>
                <a:lnTo>
                  <a:pt x="1547" y="33"/>
                </a:lnTo>
                <a:lnTo>
                  <a:pt x="1530" y="40"/>
                </a:lnTo>
                <a:lnTo>
                  <a:pt x="1514" y="50"/>
                </a:lnTo>
                <a:lnTo>
                  <a:pt x="1498" y="59"/>
                </a:lnTo>
                <a:lnTo>
                  <a:pt x="1483" y="68"/>
                </a:lnTo>
                <a:lnTo>
                  <a:pt x="1468" y="80"/>
                </a:lnTo>
                <a:lnTo>
                  <a:pt x="1454" y="92"/>
                </a:lnTo>
                <a:lnTo>
                  <a:pt x="1441" y="103"/>
                </a:lnTo>
                <a:lnTo>
                  <a:pt x="1428" y="117"/>
                </a:lnTo>
                <a:lnTo>
                  <a:pt x="1415" y="129"/>
                </a:lnTo>
                <a:lnTo>
                  <a:pt x="1404" y="144"/>
                </a:lnTo>
                <a:lnTo>
                  <a:pt x="1393" y="158"/>
                </a:lnTo>
                <a:lnTo>
                  <a:pt x="1383" y="174"/>
                </a:lnTo>
                <a:lnTo>
                  <a:pt x="1373" y="189"/>
                </a:lnTo>
                <a:lnTo>
                  <a:pt x="1365" y="205"/>
                </a:lnTo>
                <a:lnTo>
                  <a:pt x="1356" y="221"/>
                </a:lnTo>
                <a:lnTo>
                  <a:pt x="1349" y="238"/>
                </a:lnTo>
                <a:lnTo>
                  <a:pt x="1343" y="256"/>
                </a:lnTo>
                <a:lnTo>
                  <a:pt x="1338" y="272"/>
                </a:lnTo>
                <a:lnTo>
                  <a:pt x="1332" y="290"/>
                </a:lnTo>
                <a:lnTo>
                  <a:pt x="1329" y="309"/>
                </a:lnTo>
                <a:lnTo>
                  <a:pt x="1326" y="327"/>
                </a:lnTo>
                <a:lnTo>
                  <a:pt x="1324" y="346"/>
                </a:lnTo>
                <a:lnTo>
                  <a:pt x="1323" y="365"/>
                </a:lnTo>
                <a:lnTo>
                  <a:pt x="1323" y="384"/>
                </a:lnTo>
                <a:lnTo>
                  <a:pt x="1323" y="403"/>
                </a:lnTo>
                <a:lnTo>
                  <a:pt x="1325" y="423"/>
                </a:lnTo>
                <a:lnTo>
                  <a:pt x="1508" y="1987"/>
                </a:lnTo>
                <a:lnTo>
                  <a:pt x="376" y="1989"/>
                </a:lnTo>
                <a:lnTo>
                  <a:pt x="357" y="1990"/>
                </a:lnTo>
                <a:lnTo>
                  <a:pt x="338" y="1991"/>
                </a:lnTo>
                <a:lnTo>
                  <a:pt x="319" y="1993"/>
                </a:lnTo>
                <a:lnTo>
                  <a:pt x="300" y="1996"/>
                </a:lnTo>
                <a:lnTo>
                  <a:pt x="282" y="2000"/>
                </a:lnTo>
                <a:lnTo>
                  <a:pt x="264" y="2006"/>
                </a:lnTo>
                <a:lnTo>
                  <a:pt x="246" y="2012"/>
                </a:lnTo>
                <a:lnTo>
                  <a:pt x="230" y="2018"/>
                </a:lnTo>
                <a:lnTo>
                  <a:pt x="213" y="2025"/>
                </a:lnTo>
                <a:lnTo>
                  <a:pt x="197" y="2034"/>
                </a:lnTo>
                <a:lnTo>
                  <a:pt x="181" y="2043"/>
                </a:lnTo>
                <a:lnTo>
                  <a:pt x="165" y="2053"/>
                </a:lnTo>
                <a:lnTo>
                  <a:pt x="151" y="2063"/>
                </a:lnTo>
                <a:lnTo>
                  <a:pt x="137" y="2075"/>
                </a:lnTo>
                <a:lnTo>
                  <a:pt x="123" y="2086"/>
                </a:lnTo>
                <a:lnTo>
                  <a:pt x="111" y="2099"/>
                </a:lnTo>
                <a:lnTo>
                  <a:pt x="98" y="2112"/>
                </a:lnTo>
                <a:lnTo>
                  <a:pt x="86" y="2125"/>
                </a:lnTo>
                <a:lnTo>
                  <a:pt x="75" y="2140"/>
                </a:lnTo>
                <a:lnTo>
                  <a:pt x="65" y="2155"/>
                </a:lnTo>
                <a:lnTo>
                  <a:pt x="55" y="2169"/>
                </a:lnTo>
                <a:lnTo>
                  <a:pt x="46" y="2185"/>
                </a:lnTo>
                <a:lnTo>
                  <a:pt x="37" y="2201"/>
                </a:lnTo>
                <a:lnTo>
                  <a:pt x="30" y="2218"/>
                </a:lnTo>
                <a:lnTo>
                  <a:pt x="24" y="2235"/>
                </a:lnTo>
                <a:lnTo>
                  <a:pt x="17" y="2253"/>
                </a:lnTo>
                <a:lnTo>
                  <a:pt x="12" y="2270"/>
                </a:lnTo>
                <a:lnTo>
                  <a:pt x="8" y="2288"/>
                </a:lnTo>
                <a:lnTo>
                  <a:pt x="5" y="2307"/>
                </a:lnTo>
                <a:lnTo>
                  <a:pt x="3" y="2326"/>
                </a:lnTo>
                <a:lnTo>
                  <a:pt x="0" y="2345"/>
                </a:lnTo>
                <a:lnTo>
                  <a:pt x="0" y="2364"/>
                </a:lnTo>
                <a:lnTo>
                  <a:pt x="0" y="4596"/>
                </a:lnTo>
                <a:lnTo>
                  <a:pt x="484" y="5072"/>
                </a:lnTo>
                <a:lnTo>
                  <a:pt x="484" y="5921"/>
                </a:lnTo>
                <a:lnTo>
                  <a:pt x="2690" y="5921"/>
                </a:lnTo>
                <a:lnTo>
                  <a:pt x="2690" y="5072"/>
                </a:lnTo>
                <a:lnTo>
                  <a:pt x="2692" y="5072"/>
                </a:lnTo>
                <a:lnTo>
                  <a:pt x="3130" y="3574"/>
                </a:lnTo>
                <a:lnTo>
                  <a:pt x="3130" y="1983"/>
                </a:lnTo>
                <a:lnTo>
                  <a:pt x="3313" y="423"/>
                </a:lnTo>
                <a:lnTo>
                  <a:pt x="3315" y="403"/>
                </a:lnTo>
                <a:lnTo>
                  <a:pt x="3315" y="384"/>
                </a:lnTo>
                <a:lnTo>
                  <a:pt x="3315" y="365"/>
                </a:lnTo>
                <a:lnTo>
                  <a:pt x="3314" y="346"/>
                </a:lnTo>
                <a:lnTo>
                  <a:pt x="3312" y="327"/>
                </a:lnTo>
                <a:lnTo>
                  <a:pt x="3309" y="309"/>
                </a:lnTo>
                <a:lnTo>
                  <a:pt x="3304" y="290"/>
                </a:lnTo>
                <a:lnTo>
                  <a:pt x="3300" y="272"/>
                </a:lnTo>
                <a:lnTo>
                  <a:pt x="3295" y="256"/>
                </a:lnTo>
                <a:lnTo>
                  <a:pt x="3289" y="238"/>
                </a:lnTo>
                <a:lnTo>
                  <a:pt x="3281" y="221"/>
                </a:lnTo>
                <a:lnTo>
                  <a:pt x="3273" y="205"/>
                </a:lnTo>
                <a:lnTo>
                  <a:pt x="3264" y="189"/>
                </a:lnTo>
                <a:lnTo>
                  <a:pt x="3255" y="174"/>
                </a:lnTo>
                <a:lnTo>
                  <a:pt x="3244" y="158"/>
                </a:lnTo>
                <a:lnTo>
                  <a:pt x="3234" y="144"/>
                </a:lnTo>
                <a:lnTo>
                  <a:pt x="3222" y="129"/>
                </a:lnTo>
                <a:lnTo>
                  <a:pt x="3210" y="117"/>
                </a:lnTo>
                <a:lnTo>
                  <a:pt x="3197" y="103"/>
                </a:lnTo>
                <a:lnTo>
                  <a:pt x="3183" y="92"/>
                </a:lnTo>
                <a:lnTo>
                  <a:pt x="3170" y="80"/>
                </a:lnTo>
                <a:lnTo>
                  <a:pt x="3155" y="68"/>
                </a:lnTo>
                <a:lnTo>
                  <a:pt x="3139" y="59"/>
                </a:lnTo>
                <a:lnTo>
                  <a:pt x="3124" y="50"/>
                </a:lnTo>
                <a:lnTo>
                  <a:pt x="3108" y="40"/>
                </a:lnTo>
                <a:lnTo>
                  <a:pt x="3091" y="33"/>
                </a:lnTo>
                <a:lnTo>
                  <a:pt x="3073" y="25"/>
                </a:lnTo>
                <a:lnTo>
                  <a:pt x="3055" y="19"/>
                </a:lnTo>
                <a:lnTo>
                  <a:pt x="3037" y="14"/>
                </a:lnTo>
                <a:lnTo>
                  <a:pt x="3019" y="9"/>
                </a:lnTo>
                <a:lnTo>
                  <a:pt x="3001" y="5"/>
                </a:lnTo>
                <a:lnTo>
                  <a:pt x="2981" y="2"/>
                </a:lnTo>
                <a:close/>
              </a:path>
            </a:pathLst>
          </a:custGeom>
          <a:noFill/>
          <a:ln w="53975">
            <a:solidFill>
              <a:schemeClr val="bg1"/>
            </a:solidFill>
          </a:ln>
          <a:extLst/>
        </p:spPr>
        <p:txBody>
          <a:bodyPr tIns="360000" rIns="18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3" name="矩形 24">
            <a:extLst>
              <a:ext uri="{FF2B5EF4-FFF2-40B4-BE49-F238E27FC236}">
                <a16:creationId xmlns:a16="http://schemas.microsoft.com/office/drawing/2014/main" id="{58B1AC1F-A919-4632-9C72-60A7060838C4}"/>
              </a:ext>
            </a:extLst>
          </p:cNvPr>
          <p:cNvSpPr/>
          <p:nvPr/>
        </p:nvSpPr>
        <p:spPr>
          <a:xfrm>
            <a:off x="9338187" y="51024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aaaa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9" descr="pic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1049" y="1855366"/>
            <a:ext cx="8175445" cy="3529890"/>
          </a:xfrm>
          <a:prstGeom prst="rect">
            <a:avLst/>
          </a:prstGeom>
        </p:spPr>
      </p:pic>
      <p:sp>
        <p:nvSpPr>
          <p:cNvPr id="3" name="平行四边形 33">
            <a:extLst>
              <a:ext uri="{FF2B5EF4-FFF2-40B4-BE49-F238E27FC236}">
                <a16:creationId xmlns:a16="http://schemas.microsoft.com/office/drawing/2014/main" id="{86B2D4A7-EE6A-BF42-B6C7-8FA38A66A2CE}"/>
              </a:ext>
            </a:extLst>
          </p:cNvPr>
          <p:cNvSpPr/>
          <p:nvPr/>
        </p:nvSpPr>
        <p:spPr>
          <a:xfrm>
            <a:off x="9700192" y="-21822"/>
            <a:ext cx="5520696" cy="6858000"/>
          </a:xfrm>
          <a:prstGeom prst="parallelogram">
            <a:avLst>
              <a:gd name="adj" fmla="val 76100"/>
            </a:avLst>
          </a:prstGeom>
          <a:gradFill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effectLst>
            <a:outerShdw blurRad="762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平行四边形 13">
            <a:extLst>
              <a:ext uri="{FF2B5EF4-FFF2-40B4-BE49-F238E27FC236}">
                <a16:creationId xmlns:a16="http://schemas.microsoft.com/office/drawing/2014/main" id="{D823E484-0B40-2142-B031-E0D3C2E285D0}"/>
              </a:ext>
            </a:extLst>
          </p:cNvPr>
          <p:cNvSpPr/>
          <p:nvPr/>
        </p:nvSpPr>
        <p:spPr>
          <a:xfrm>
            <a:off x="-4160345" y="1627322"/>
            <a:ext cx="6973806" cy="5230678"/>
          </a:xfrm>
          <a:prstGeom prst="parallelogram">
            <a:avLst>
              <a:gd name="adj" fmla="val 60655"/>
            </a:avLst>
          </a:prstGeom>
          <a:solidFill>
            <a:srgbClr val="0070C0"/>
          </a:solidFill>
          <a:ln>
            <a:noFill/>
          </a:ln>
          <a:effectLst>
            <a:outerShdw blurRad="508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三角形 15">
            <a:extLst>
              <a:ext uri="{FF2B5EF4-FFF2-40B4-BE49-F238E27FC236}">
                <a16:creationId xmlns:a16="http://schemas.microsoft.com/office/drawing/2014/main" id="{A8E4160F-A117-3742-A80D-C35D1C84BE1D}"/>
              </a:ext>
            </a:extLst>
          </p:cNvPr>
          <p:cNvSpPr/>
          <p:nvPr/>
        </p:nvSpPr>
        <p:spPr>
          <a:xfrm>
            <a:off x="2003698" y="1631111"/>
            <a:ext cx="1627559" cy="1337504"/>
          </a:xfrm>
          <a:prstGeom prst="triangl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三角形 29">
            <a:extLst>
              <a:ext uri="{FF2B5EF4-FFF2-40B4-BE49-F238E27FC236}">
                <a16:creationId xmlns:a16="http://schemas.microsoft.com/office/drawing/2014/main" id="{62928718-7D9F-894D-B6B3-73F71A130AE1}"/>
              </a:ext>
            </a:extLst>
          </p:cNvPr>
          <p:cNvSpPr/>
          <p:nvPr/>
        </p:nvSpPr>
        <p:spPr>
          <a:xfrm rot="10800000">
            <a:off x="2987725" y="1911477"/>
            <a:ext cx="1266785" cy="1041025"/>
          </a:xfrm>
          <a:prstGeom prst="triangle">
            <a:avLst/>
          </a:prstGeom>
          <a:solidFill>
            <a:srgbClr val="0064C8"/>
          </a:solidFill>
          <a:ln>
            <a:noFill/>
          </a:ln>
          <a:effectLst>
            <a:outerShdw blurRad="762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7" name="直线连接符 24">
            <a:extLst>
              <a:ext uri="{FF2B5EF4-FFF2-40B4-BE49-F238E27FC236}">
                <a16:creationId xmlns:a16="http://schemas.microsoft.com/office/drawing/2014/main" id="{37242BB2-26E7-CA49-BE1E-84F60E12B8B6}"/>
              </a:ext>
            </a:extLst>
          </p:cNvPr>
          <p:cNvCxnSpPr>
            <a:cxnSpLocks/>
          </p:cNvCxnSpPr>
          <p:nvPr/>
        </p:nvCxnSpPr>
        <p:spPr>
          <a:xfrm flipH="1">
            <a:off x="11287970" y="5356368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53">
            <a:extLst>
              <a:ext uri="{FF2B5EF4-FFF2-40B4-BE49-F238E27FC236}">
                <a16:creationId xmlns:a16="http://schemas.microsoft.com/office/drawing/2014/main" id="{C9150DC7-FB14-DD4A-B235-3C48BD9D61EF}"/>
              </a:ext>
            </a:extLst>
          </p:cNvPr>
          <p:cNvCxnSpPr>
            <a:cxnSpLocks/>
          </p:cNvCxnSpPr>
          <p:nvPr/>
        </p:nvCxnSpPr>
        <p:spPr>
          <a:xfrm flipH="1">
            <a:off x="5680255" y="1466983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54">
            <a:extLst>
              <a:ext uri="{FF2B5EF4-FFF2-40B4-BE49-F238E27FC236}">
                <a16:creationId xmlns:a16="http://schemas.microsoft.com/office/drawing/2014/main" id="{2F21B032-8745-2449-B83A-53B057574FFF}"/>
              </a:ext>
            </a:extLst>
          </p:cNvPr>
          <p:cNvCxnSpPr>
            <a:cxnSpLocks/>
          </p:cNvCxnSpPr>
          <p:nvPr/>
        </p:nvCxnSpPr>
        <p:spPr>
          <a:xfrm flipH="1">
            <a:off x="-228600" y="5572016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平行四边形 56">
            <a:extLst>
              <a:ext uri="{FF2B5EF4-FFF2-40B4-BE49-F238E27FC236}">
                <a16:creationId xmlns:a16="http://schemas.microsoft.com/office/drawing/2014/main" id="{DCF785ED-1755-D64A-A51D-E9D064A726E6}"/>
              </a:ext>
            </a:extLst>
          </p:cNvPr>
          <p:cNvSpPr/>
          <p:nvPr/>
        </p:nvSpPr>
        <p:spPr>
          <a:xfrm>
            <a:off x="-5637890" y="2431990"/>
            <a:ext cx="6973806" cy="5230678"/>
          </a:xfrm>
          <a:prstGeom prst="parallelogram">
            <a:avLst>
              <a:gd name="adj" fmla="val 60655"/>
            </a:avLst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矩形 21">
            <a:extLst>
              <a:ext uri="{FF2B5EF4-FFF2-40B4-BE49-F238E27FC236}">
                <a16:creationId xmlns:a16="http://schemas.microsoft.com/office/drawing/2014/main" id="{532A4011-5BEA-4638-977C-E3BC4816A160}"/>
              </a:ext>
            </a:extLst>
          </p:cNvPr>
          <p:cNvSpPr/>
          <p:nvPr/>
        </p:nvSpPr>
        <p:spPr>
          <a:xfrm>
            <a:off x="6150473" y="2444140"/>
            <a:ext cx="5284829" cy="16804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 algn="dist">
              <a:lnSpc>
                <a:spcPct val="130000"/>
              </a:lnSpc>
              <a:defRPr/>
            </a:pPr>
            <a:r>
              <a:rPr kumimoji="1" lang="zh-CN" altLang="en-US" sz="88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aaaa</a:t>
            </a:r>
            <a:endParaRPr kumimoji="1"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  <a:sym typeface="+mn-ea"/>
            </a:endParaRPr>
          </a:p>
        </p:txBody>
      </p:sp>
      <p:sp>
        <p:nvSpPr>
          <p:cNvPr id="12" name="文本框 16">
            <a:extLst>
              <a:ext uri="{FF2B5EF4-FFF2-40B4-BE49-F238E27FC236}">
                <a16:creationId xmlns:a16="http://schemas.microsoft.com/office/drawing/2014/main" id="{F4E1F025-7C47-4138-8A44-0C4290BD4475}"/>
              </a:ext>
            </a:extLst>
          </p:cNvPr>
          <p:cNvSpPr txBox="1"/>
          <p:nvPr/>
        </p:nvSpPr>
        <p:spPr>
          <a:xfrm>
            <a:off x="4354351" y="5047329"/>
            <a:ext cx="350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aaaaaaaaaaaaaaaaaaaaaaa</a:t>
            </a:r>
          </a:p>
        </p:txBody>
      </p:sp>
      <p:sp>
        <p:nvSpPr>
          <p:cNvPr id="13" name="文本框 23">
            <a:extLst>
              <a:ext uri="{FF2B5EF4-FFF2-40B4-BE49-F238E27FC236}">
                <a16:creationId xmlns:a16="http://schemas.microsoft.com/office/drawing/2014/main" id="{9526863D-C2EE-42E0-8EFB-FD10C5343F58}"/>
              </a:ext>
            </a:extLst>
          </p:cNvPr>
          <p:cNvSpPr txBox="1"/>
          <p:nvPr/>
        </p:nvSpPr>
        <p:spPr>
          <a:xfrm>
            <a:off x="8157428" y="5047329"/>
            <a:ext cx="243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aaaaaa</a:t>
            </a:r>
            <a:endParaRPr kumimoji="1"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25" descr="pic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600" y="1911477"/>
            <a:ext cx="2514152" cy="673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6325</TotalTime>
  <Words>580</Words>
  <Application>Microsoft Office PowerPoint</Application>
  <PresentationFormat>宽屏</PresentationFormat>
  <Paragraphs>81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Palatino</vt:lpstr>
      <vt:lpstr>Stencil</vt:lpstr>
      <vt:lpstr>等线</vt:lpstr>
      <vt:lpstr>黑体</vt:lpstr>
      <vt:lpstr>华文宋体</vt:lpstr>
      <vt:lpstr>思源黑体 CN Bold</vt:lpstr>
      <vt:lpstr>思源黑体 CN Normal</vt:lpstr>
      <vt:lpstr>思源黑体 CN Regular</vt:lpstr>
      <vt:lpstr>宋体</vt:lpstr>
      <vt:lpstr>微软雅黑</vt:lpstr>
      <vt:lpstr>Arial</vt:lpstr>
      <vt:lpstr>Arial Black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董洋</dc:creator>
  <cp:lastModifiedBy>PPTAgent</cp:lastModifiedBy>
  <cp:revision>419</cp:revision>
  <dcterms:created xsi:type="dcterms:W3CDTF">2020-08-21T00:34:25Z</dcterms:created>
  <dcterms:modified xsi:type="dcterms:W3CDTF">2021-09-07T09:31:08Z</dcterms:modified>
</cp:coreProperties>
</file>